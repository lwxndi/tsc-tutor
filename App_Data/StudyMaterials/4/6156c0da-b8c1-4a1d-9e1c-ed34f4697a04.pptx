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5"/>
  </p:notesMasterIdLst>
  <p:sldIdLst>
    <p:sldId id="321" r:id="rId3"/>
    <p:sldId id="257" r:id="rId4"/>
    <p:sldId id="323" r:id="rId5"/>
    <p:sldId id="324" r:id="rId6"/>
    <p:sldId id="325" r:id="rId7"/>
    <p:sldId id="326" r:id="rId8"/>
    <p:sldId id="327" r:id="rId9"/>
    <p:sldId id="338" r:id="rId10"/>
    <p:sldId id="351" r:id="rId11"/>
    <p:sldId id="350" r:id="rId12"/>
    <p:sldId id="348" r:id="rId13"/>
    <p:sldId id="329" r:id="rId14"/>
    <p:sldId id="330" r:id="rId15"/>
    <p:sldId id="354" r:id="rId16"/>
    <p:sldId id="355" r:id="rId17"/>
    <p:sldId id="336" r:id="rId18"/>
    <p:sldId id="356" r:id="rId19"/>
    <p:sldId id="341" r:id="rId20"/>
    <p:sldId id="342" r:id="rId21"/>
    <p:sldId id="340" r:id="rId22"/>
    <p:sldId id="343" r:id="rId23"/>
    <p:sldId id="3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847DE-F99D-4182-B087-4BB43CE7D6CD}" v="21" dt="2026-02-24T10:45:56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xolo Pretty Cele" userId="c0214832-da79-4e77-9892-7642ead81f7d" providerId="ADAL" clId="{38C75C36-08D6-456C-B4B9-DF9254900FEF}"/>
    <pc:docChg chg="undo custSel addSld delSld modSld">
      <pc:chgData name="Noxolo Pretty Cele" userId="c0214832-da79-4e77-9892-7642ead81f7d" providerId="ADAL" clId="{38C75C36-08D6-456C-B4B9-DF9254900FEF}" dt="2026-02-25T05:16:29.719" v="767" actId="47"/>
      <pc:docMkLst>
        <pc:docMk/>
      </pc:docMkLst>
      <pc:sldChg chg="modSp mod">
        <pc:chgData name="Noxolo Pretty Cele" userId="c0214832-da79-4e77-9892-7642ead81f7d" providerId="ADAL" clId="{38C75C36-08D6-456C-B4B9-DF9254900FEF}" dt="2026-02-24T10:56:23.245" v="765" actId="1076"/>
        <pc:sldMkLst>
          <pc:docMk/>
          <pc:sldMk cId="2902379180" sldId="257"/>
        </pc:sldMkLst>
        <pc:spChg chg="mod">
          <ac:chgData name="Noxolo Pretty Cele" userId="c0214832-da79-4e77-9892-7642ead81f7d" providerId="ADAL" clId="{38C75C36-08D6-456C-B4B9-DF9254900FEF}" dt="2026-02-24T10:56:23.245" v="765" actId="1076"/>
          <ac:spMkLst>
            <pc:docMk/>
            <pc:sldMk cId="2902379180" sldId="257"/>
            <ac:spMk id="3" creationId="{8ED26504-BA5D-5A9E-E9F5-844097D0BEFE}"/>
          </ac:spMkLst>
        </pc:spChg>
      </pc:sldChg>
      <pc:sldChg chg="modSp mod">
        <pc:chgData name="Noxolo Pretty Cele" userId="c0214832-da79-4e77-9892-7642ead81f7d" providerId="ADAL" clId="{38C75C36-08D6-456C-B4B9-DF9254900FEF}" dt="2026-02-24T08:24:16.210" v="2" actId="20577"/>
        <pc:sldMkLst>
          <pc:docMk/>
          <pc:sldMk cId="75954246" sldId="321"/>
        </pc:sldMkLst>
        <pc:spChg chg="mod">
          <ac:chgData name="Noxolo Pretty Cele" userId="c0214832-da79-4e77-9892-7642ead81f7d" providerId="ADAL" clId="{38C75C36-08D6-456C-B4B9-DF9254900FEF}" dt="2026-02-24T08:24:16.210" v="2" actId="20577"/>
          <ac:spMkLst>
            <pc:docMk/>
            <pc:sldMk cId="75954246" sldId="321"/>
            <ac:spMk id="2" creationId="{00000000-0000-0000-0000-000000000000}"/>
          </ac:spMkLst>
        </pc:spChg>
      </pc:sldChg>
      <pc:sldChg chg="modSp del mod">
        <pc:chgData name="Noxolo Pretty Cele" userId="c0214832-da79-4e77-9892-7642ead81f7d" providerId="ADAL" clId="{38C75C36-08D6-456C-B4B9-DF9254900FEF}" dt="2026-02-24T10:40:55.267" v="499" actId="2696"/>
        <pc:sldMkLst>
          <pc:docMk/>
          <pc:sldMk cId="1377194690" sldId="328"/>
        </pc:sldMkLst>
        <pc:spChg chg="mod">
          <ac:chgData name="Noxolo Pretty Cele" userId="c0214832-da79-4e77-9892-7642ead81f7d" providerId="ADAL" clId="{38C75C36-08D6-456C-B4B9-DF9254900FEF}" dt="2026-02-24T10:40:26.496" v="493" actId="20577"/>
          <ac:spMkLst>
            <pc:docMk/>
            <pc:sldMk cId="1377194690" sldId="328"/>
            <ac:spMk id="2" creationId="{B0078FAF-4FE0-F03A-9321-B0FE7AB0DE8E}"/>
          </ac:spMkLst>
        </pc:spChg>
      </pc:sldChg>
      <pc:sldChg chg="del">
        <pc:chgData name="Noxolo Pretty Cele" userId="c0214832-da79-4e77-9892-7642ead81f7d" providerId="ADAL" clId="{38C75C36-08D6-456C-B4B9-DF9254900FEF}" dt="2026-02-24T10:17:11.816" v="407" actId="47"/>
        <pc:sldMkLst>
          <pc:docMk/>
          <pc:sldMk cId="2397676762" sldId="333"/>
        </pc:sldMkLst>
      </pc:sldChg>
      <pc:sldChg chg="del">
        <pc:chgData name="Noxolo Pretty Cele" userId="c0214832-da79-4e77-9892-7642ead81f7d" providerId="ADAL" clId="{38C75C36-08D6-456C-B4B9-DF9254900FEF}" dt="2026-02-24T10:17:19.653" v="408" actId="2696"/>
        <pc:sldMkLst>
          <pc:docMk/>
          <pc:sldMk cId="2653563909" sldId="334"/>
        </pc:sldMkLst>
      </pc:sldChg>
      <pc:sldChg chg="del">
        <pc:chgData name="Noxolo Pretty Cele" userId="c0214832-da79-4e77-9892-7642ead81f7d" providerId="ADAL" clId="{38C75C36-08D6-456C-B4B9-DF9254900FEF}" dt="2026-02-25T05:15:48.948" v="766" actId="47"/>
        <pc:sldMkLst>
          <pc:docMk/>
          <pc:sldMk cId="2748303807" sldId="335"/>
        </pc:sldMkLst>
      </pc:sldChg>
      <pc:sldChg chg="modSp mod">
        <pc:chgData name="Noxolo Pretty Cele" userId="c0214832-da79-4e77-9892-7642ead81f7d" providerId="ADAL" clId="{38C75C36-08D6-456C-B4B9-DF9254900FEF}" dt="2026-02-24T09:18:59.401" v="200" actId="27636"/>
        <pc:sldMkLst>
          <pc:docMk/>
          <pc:sldMk cId="3957023221" sldId="338"/>
        </pc:sldMkLst>
        <pc:spChg chg="mod">
          <ac:chgData name="Noxolo Pretty Cele" userId="c0214832-da79-4e77-9892-7642ead81f7d" providerId="ADAL" clId="{38C75C36-08D6-456C-B4B9-DF9254900FEF}" dt="2026-02-24T09:18:18.599" v="195" actId="33524"/>
          <ac:spMkLst>
            <pc:docMk/>
            <pc:sldMk cId="3957023221" sldId="338"/>
            <ac:spMk id="2" creationId="{44CB8B49-5184-173F-64FD-03C089E31D94}"/>
          </ac:spMkLst>
        </pc:spChg>
        <pc:spChg chg="mod">
          <ac:chgData name="Noxolo Pretty Cele" userId="c0214832-da79-4e77-9892-7642ead81f7d" providerId="ADAL" clId="{38C75C36-08D6-456C-B4B9-DF9254900FEF}" dt="2026-02-24T09:18:59.401" v="200" actId="27636"/>
          <ac:spMkLst>
            <pc:docMk/>
            <pc:sldMk cId="3957023221" sldId="338"/>
            <ac:spMk id="3" creationId="{DCFFD467-614F-1A3F-03C9-688F18873875}"/>
          </ac:spMkLst>
        </pc:spChg>
      </pc:sldChg>
      <pc:sldChg chg="modSp add del mod">
        <pc:chgData name="Noxolo Pretty Cele" userId="c0214832-da79-4e77-9892-7642ead81f7d" providerId="ADAL" clId="{38C75C36-08D6-456C-B4B9-DF9254900FEF}" dt="2026-02-24T10:40:31.337" v="498" actId="27636"/>
        <pc:sldMkLst>
          <pc:docMk/>
          <pc:sldMk cId="252015528" sldId="342"/>
        </pc:sldMkLst>
        <pc:spChg chg="mod">
          <ac:chgData name="Noxolo Pretty Cele" userId="c0214832-da79-4e77-9892-7642ead81f7d" providerId="ADAL" clId="{38C75C36-08D6-456C-B4B9-DF9254900FEF}" dt="2026-02-24T10:34:38.772" v="433" actId="20577"/>
          <ac:spMkLst>
            <pc:docMk/>
            <pc:sldMk cId="252015528" sldId="342"/>
            <ac:spMk id="2" creationId="{39D09804-046C-5458-E51A-84B9F48EF09D}"/>
          </ac:spMkLst>
        </pc:spChg>
        <pc:spChg chg="mod">
          <ac:chgData name="Noxolo Pretty Cele" userId="c0214832-da79-4e77-9892-7642ead81f7d" providerId="ADAL" clId="{38C75C36-08D6-456C-B4B9-DF9254900FEF}" dt="2026-02-24T10:40:31.337" v="498" actId="27636"/>
          <ac:spMkLst>
            <pc:docMk/>
            <pc:sldMk cId="252015528" sldId="342"/>
            <ac:spMk id="3" creationId="{E33EE563-3875-2C71-F507-2E29000FEE59}"/>
          </ac:spMkLst>
        </pc:spChg>
      </pc:sldChg>
      <pc:sldChg chg="modSp mod">
        <pc:chgData name="Noxolo Pretty Cele" userId="c0214832-da79-4e77-9892-7642ead81f7d" providerId="ADAL" clId="{38C75C36-08D6-456C-B4B9-DF9254900FEF}" dt="2026-02-24T10:49:25.699" v="687" actId="27636"/>
        <pc:sldMkLst>
          <pc:docMk/>
          <pc:sldMk cId="3784718112" sldId="343"/>
        </pc:sldMkLst>
        <pc:spChg chg="mod">
          <ac:chgData name="Noxolo Pretty Cele" userId="c0214832-da79-4e77-9892-7642ead81f7d" providerId="ADAL" clId="{38C75C36-08D6-456C-B4B9-DF9254900FEF}" dt="2026-02-24T10:41:51.559" v="524" actId="20577"/>
          <ac:spMkLst>
            <pc:docMk/>
            <pc:sldMk cId="3784718112" sldId="343"/>
            <ac:spMk id="2" creationId="{405D318F-5DE5-D0D7-B507-2181AC50D51A}"/>
          </ac:spMkLst>
        </pc:spChg>
        <pc:spChg chg="mod">
          <ac:chgData name="Noxolo Pretty Cele" userId="c0214832-da79-4e77-9892-7642ead81f7d" providerId="ADAL" clId="{38C75C36-08D6-456C-B4B9-DF9254900FEF}" dt="2026-02-24T10:49:25.699" v="687" actId="27636"/>
          <ac:spMkLst>
            <pc:docMk/>
            <pc:sldMk cId="3784718112" sldId="343"/>
            <ac:spMk id="3" creationId="{5D3E92B8-7D61-3306-9824-FDF1098C82DB}"/>
          </ac:spMkLst>
        </pc:spChg>
      </pc:sldChg>
      <pc:sldChg chg="modSp del mod">
        <pc:chgData name="Noxolo Pretty Cele" userId="c0214832-da79-4e77-9892-7642ead81f7d" providerId="ADAL" clId="{38C75C36-08D6-456C-B4B9-DF9254900FEF}" dt="2026-02-24T10:48:08.947" v="625" actId="2696"/>
        <pc:sldMkLst>
          <pc:docMk/>
          <pc:sldMk cId="3557736728" sldId="344"/>
        </pc:sldMkLst>
        <pc:spChg chg="mod">
          <ac:chgData name="Noxolo Pretty Cele" userId="c0214832-da79-4e77-9892-7642ead81f7d" providerId="ADAL" clId="{38C75C36-08D6-456C-B4B9-DF9254900FEF}" dt="2026-02-24T10:45:04.003" v="558" actId="20577"/>
          <ac:spMkLst>
            <pc:docMk/>
            <pc:sldMk cId="3557736728" sldId="344"/>
            <ac:spMk id="2" creationId="{521518EE-1C5E-E2E1-DB24-D715D7034584}"/>
          </ac:spMkLst>
        </pc:spChg>
        <pc:graphicFrameChg chg="mod">
          <ac:chgData name="Noxolo Pretty Cele" userId="c0214832-da79-4e77-9892-7642ead81f7d" providerId="ADAL" clId="{38C75C36-08D6-456C-B4B9-DF9254900FEF}" dt="2026-02-24T10:45:23.424" v="560"/>
          <ac:graphicFrameMkLst>
            <pc:docMk/>
            <pc:sldMk cId="3557736728" sldId="344"/>
            <ac:graphicFrameMk id="5" creationId="{7F7DC778-8734-418D-CA65-FEF7A2FAAD24}"/>
          </ac:graphicFrameMkLst>
        </pc:graphicFrameChg>
      </pc:sldChg>
      <pc:sldChg chg="del">
        <pc:chgData name="Noxolo Pretty Cele" userId="c0214832-da79-4e77-9892-7642ead81f7d" providerId="ADAL" clId="{38C75C36-08D6-456C-B4B9-DF9254900FEF}" dt="2026-02-24T08:19:36.464" v="0" actId="2696"/>
        <pc:sldMkLst>
          <pc:docMk/>
          <pc:sldMk cId="4050955517" sldId="345"/>
        </pc:sldMkLst>
      </pc:sldChg>
      <pc:sldChg chg="del">
        <pc:chgData name="Noxolo Pretty Cele" userId="c0214832-da79-4e77-9892-7642ead81f7d" providerId="ADAL" clId="{38C75C36-08D6-456C-B4B9-DF9254900FEF}" dt="2026-02-24T09:37:11.598" v="239" actId="2696"/>
        <pc:sldMkLst>
          <pc:docMk/>
          <pc:sldMk cId="2629750082" sldId="346"/>
        </pc:sldMkLst>
      </pc:sldChg>
      <pc:sldChg chg="addSp delSp modSp new add del mod setBg">
        <pc:chgData name="Noxolo Pretty Cele" userId="c0214832-da79-4e77-9892-7642ead81f7d" providerId="ADAL" clId="{38C75C36-08D6-456C-B4B9-DF9254900FEF}" dt="2026-02-24T09:47:28.582" v="308" actId="2696"/>
        <pc:sldMkLst>
          <pc:docMk/>
          <pc:sldMk cId="1858568022" sldId="347"/>
        </pc:sldMkLst>
        <pc:spChg chg="mod">
          <ac:chgData name="Noxolo Pretty Cele" userId="c0214832-da79-4e77-9892-7642ead81f7d" providerId="ADAL" clId="{38C75C36-08D6-456C-B4B9-DF9254900FEF}" dt="2026-02-24T09:03:54.669" v="171" actId="26606"/>
          <ac:spMkLst>
            <pc:docMk/>
            <pc:sldMk cId="1858568022" sldId="347"/>
            <ac:spMk id="2" creationId="{E0C1F7EE-E920-586B-BF98-137011F2AC35}"/>
          </ac:spMkLst>
        </pc:spChg>
        <pc:spChg chg="del mod">
          <ac:chgData name="Noxolo Pretty Cele" userId="c0214832-da79-4e77-9892-7642ead81f7d" providerId="ADAL" clId="{38C75C36-08D6-456C-B4B9-DF9254900FEF}" dt="2026-02-24T09:03:54.669" v="171" actId="26606"/>
          <ac:spMkLst>
            <pc:docMk/>
            <pc:sldMk cId="1858568022" sldId="347"/>
            <ac:spMk id="3" creationId="{EB3DF01B-E5F0-02B8-D4C8-40604543189C}"/>
          </ac:spMkLst>
        </pc:spChg>
        <pc:spChg chg="add del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9" creationId="{BACC6370-2D7E-4714-9D71-7542949D7D5D}"/>
          </ac:spMkLst>
        </pc:spChg>
        <pc:spChg chg="add del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11" creationId="{F68B3F68-107C-434F-AA38-110D5EA91B85}"/>
          </ac:spMkLst>
        </pc:spChg>
        <pc:spChg chg="add del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13" creationId="{AAD0DBB9-1A4B-4391-81D4-CB19F9AB918A}"/>
          </ac:spMkLst>
        </pc:spChg>
        <pc:spChg chg="add del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15" creationId="{063BBA22-50EA-4C4D-BE05-F1CE4E63AA56}"/>
          </ac:spMkLst>
        </pc:spChg>
        <pc:spChg chg="add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20" creationId="{BACC6370-2D7E-4714-9D71-7542949D7D5D}"/>
          </ac:spMkLst>
        </pc:spChg>
        <pc:spChg chg="add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22" creationId="{F68B3F68-107C-434F-AA38-110D5EA91B85}"/>
          </ac:spMkLst>
        </pc:spChg>
        <pc:spChg chg="add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24" creationId="{AAD0DBB9-1A4B-4391-81D4-CB19F9AB918A}"/>
          </ac:spMkLst>
        </pc:spChg>
        <pc:spChg chg="add">
          <ac:chgData name="Noxolo Pretty Cele" userId="c0214832-da79-4e77-9892-7642ead81f7d" providerId="ADAL" clId="{38C75C36-08D6-456C-B4B9-DF9254900FEF}" dt="2026-02-24T09:04:15.963" v="173" actId="26606"/>
          <ac:spMkLst>
            <pc:docMk/>
            <pc:sldMk cId="1858568022" sldId="347"/>
            <ac:spMk id="26" creationId="{063BBA22-50EA-4C4D-BE05-F1CE4E63AA56}"/>
          </ac:spMkLst>
        </pc:spChg>
        <pc:graphicFrameChg chg="add mod modGraphic">
          <ac:chgData name="Noxolo Pretty Cele" userId="c0214832-da79-4e77-9892-7642ead81f7d" providerId="ADAL" clId="{38C75C36-08D6-456C-B4B9-DF9254900FEF}" dt="2026-02-24T09:04:15.963" v="173" actId="26606"/>
          <ac:graphicFrameMkLst>
            <pc:docMk/>
            <pc:sldMk cId="1858568022" sldId="347"/>
            <ac:graphicFrameMk id="5" creationId="{0D163789-C374-C275-7437-F35E0F5EA49A}"/>
          </ac:graphicFrameMkLst>
        </pc:graphicFrameChg>
      </pc:sldChg>
      <pc:sldChg chg="add del">
        <pc:chgData name="Noxolo Pretty Cele" userId="c0214832-da79-4e77-9892-7642ead81f7d" providerId="ADAL" clId="{38C75C36-08D6-456C-B4B9-DF9254900FEF}" dt="2026-02-24T09:04:07.530" v="172" actId="2696"/>
        <pc:sldMkLst>
          <pc:docMk/>
          <pc:sldMk cId="571990154" sldId="348"/>
        </pc:sldMkLst>
      </pc:sldChg>
      <pc:sldChg chg="add">
        <pc:chgData name="Noxolo Pretty Cele" userId="c0214832-da79-4e77-9892-7642ead81f7d" providerId="ADAL" clId="{38C75C36-08D6-456C-B4B9-DF9254900FEF}" dt="2026-02-24T09:15:53.854" v="174" actId="2890"/>
        <pc:sldMkLst>
          <pc:docMk/>
          <pc:sldMk cId="2904342174" sldId="348"/>
        </pc:sldMkLst>
      </pc:sldChg>
      <pc:sldChg chg="add del">
        <pc:chgData name="Noxolo Pretty Cele" userId="c0214832-da79-4e77-9892-7642ead81f7d" providerId="ADAL" clId="{38C75C36-08D6-456C-B4B9-DF9254900FEF}" dt="2026-02-24T09:36:44.079" v="238" actId="2696"/>
        <pc:sldMkLst>
          <pc:docMk/>
          <pc:sldMk cId="3836434817" sldId="349"/>
        </pc:sldMkLst>
      </pc:sldChg>
      <pc:sldChg chg="modSp add mod">
        <pc:chgData name="Noxolo Pretty Cele" userId="c0214832-da79-4e77-9892-7642ead81f7d" providerId="ADAL" clId="{38C75C36-08D6-456C-B4B9-DF9254900FEF}" dt="2026-02-24T09:23:19.378" v="237" actId="27636"/>
        <pc:sldMkLst>
          <pc:docMk/>
          <pc:sldMk cId="2674596597" sldId="350"/>
        </pc:sldMkLst>
        <pc:spChg chg="mod">
          <ac:chgData name="Noxolo Pretty Cele" userId="c0214832-da79-4e77-9892-7642ead81f7d" providerId="ADAL" clId="{38C75C36-08D6-456C-B4B9-DF9254900FEF}" dt="2026-02-24T09:22:02.802" v="222"/>
          <ac:spMkLst>
            <pc:docMk/>
            <pc:sldMk cId="2674596597" sldId="350"/>
            <ac:spMk id="2" creationId="{C0D70343-052C-F0AB-0881-D7FA55D8EEBC}"/>
          </ac:spMkLst>
        </pc:spChg>
        <pc:spChg chg="mod">
          <ac:chgData name="Noxolo Pretty Cele" userId="c0214832-da79-4e77-9892-7642ead81f7d" providerId="ADAL" clId="{38C75C36-08D6-456C-B4B9-DF9254900FEF}" dt="2026-02-24T09:23:19.378" v="237" actId="27636"/>
          <ac:spMkLst>
            <pc:docMk/>
            <pc:sldMk cId="2674596597" sldId="350"/>
            <ac:spMk id="3" creationId="{78F04807-3F90-1676-82F0-CC145A90296B}"/>
          </ac:spMkLst>
        </pc:spChg>
      </pc:sldChg>
      <pc:sldChg chg="modSp add mod">
        <pc:chgData name="Noxolo Pretty Cele" userId="c0214832-da79-4e77-9892-7642ead81f7d" providerId="ADAL" clId="{38C75C36-08D6-456C-B4B9-DF9254900FEF}" dt="2026-02-24T09:23:03.462" v="234" actId="255"/>
        <pc:sldMkLst>
          <pc:docMk/>
          <pc:sldMk cId="2681010665" sldId="351"/>
        </pc:sldMkLst>
        <pc:spChg chg="mod">
          <ac:chgData name="Noxolo Pretty Cele" userId="c0214832-da79-4e77-9892-7642ead81f7d" providerId="ADAL" clId="{38C75C36-08D6-456C-B4B9-DF9254900FEF}" dt="2026-02-24T09:20:48.146" v="221" actId="20577"/>
          <ac:spMkLst>
            <pc:docMk/>
            <pc:sldMk cId="2681010665" sldId="351"/>
            <ac:spMk id="2" creationId="{8B1C0CF6-A462-F11C-2130-AB161F593FA7}"/>
          </ac:spMkLst>
        </pc:spChg>
        <pc:spChg chg="mod">
          <ac:chgData name="Noxolo Pretty Cele" userId="c0214832-da79-4e77-9892-7642ead81f7d" providerId="ADAL" clId="{38C75C36-08D6-456C-B4B9-DF9254900FEF}" dt="2026-02-24T09:23:03.462" v="234" actId="255"/>
          <ac:spMkLst>
            <pc:docMk/>
            <pc:sldMk cId="2681010665" sldId="351"/>
            <ac:spMk id="3" creationId="{9D8321CB-4A2B-C3D3-3728-21BFE16D46BC}"/>
          </ac:spMkLst>
        </pc:spChg>
      </pc:sldChg>
      <pc:sldChg chg="addSp delSp modSp add del mod">
        <pc:chgData name="Noxolo Pretty Cele" userId="c0214832-da79-4e77-9892-7642ead81f7d" providerId="ADAL" clId="{38C75C36-08D6-456C-B4B9-DF9254900FEF}" dt="2026-02-24T09:46:21.012" v="307" actId="2696"/>
        <pc:sldMkLst>
          <pc:docMk/>
          <pc:sldMk cId="2636497491" sldId="352"/>
        </pc:sldMkLst>
        <pc:spChg chg="add mod">
          <ac:chgData name="Noxolo Pretty Cele" userId="c0214832-da79-4e77-9892-7642ead81f7d" providerId="ADAL" clId="{38C75C36-08D6-456C-B4B9-DF9254900FEF}" dt="2026-02-24T09:42:41.653" v="241" actId="478"/>
          <ac:spMkLst>
            <pc:docMk/>
            <pc:sldMk cId="2636497491" sldId="352"/>
            <ac:spMk id="4" creationId="{3AE5B7D5-D978-DE36-419A-DC32AE94FD6A}"/>
          </ac:spMkLst>
        </pc:spChg>
        <pc:picChg chg="del">
          <ac:chgData name="Noxolo Pretty Cele" userId="c0214832-da79-4e77-9892-7642ead81f7d" providerId="ADAL" clId="{38C75C36-08D6-456C-B4B9-DF9254900FEF}" dt="2026-02-24T09:42:41.653" v="241" actId="478"/>
          <ac:picMkLst>
            <pc:docMk/>
            <pc:sldMk cId="2636497491" sldId="352"/>
            <ac:picMk id="7" creationId="{D41DF3E7-A92A-AD56-BDC1-254A19078005}"/>
          </ac:picMkLst>
        </pc:picChg>
      </pc:sldChg>
      <pc:sldChg chg="modSp add del mod">
        <pc:chgData name="Noxolo Pretty Cele" userId="c0214832-da79-4e77-9892-7642ead81f7d" providerId="ADAL" clId="{38C75C36-08D6-456C-B4B9-DF9254900FEF}" dt="2026-02-25T05:16:29.719" v="767" actId="47"/>
        <pc:sldMkLst>
          <pc:docMk/>
          <pc:sldMk cId="1264479091" sldId="353"/>
        </pc:sldMkLst>
        <pc:spChg chg="mod">
          <ac:chgData name="Noxolo Pretty Cele" userId="c0214832-da79-4e77-9892-7642ead81f7d" providerId="ADAL" clId="{38C75C36-08D6-456C-B4B9-DF9254900FEF}" dt="2026-02-24T09:49:27.025" v="314" actId="20577"/>
          <ac:spMkLst>
            <pc:docMk/>
            <pc:sldMk cId="1264479091" sldId="353"/>
            <ac:spMk id="2" creationId="{5A8FC937-1AD2-85E1-09C6-B445B298459A}"/>
          </ac:spMkLst>
        </pc:spChg>
        <pc:spChg chg="mod">
          <ac:chgData name="Noxolo Pretty Cele" userId="c0214832-da79-4e77-9892-7642ead81f7d" providerId="ADAL" clId="{38C75C36-08D6-456C-B4B9-DF9254900FEF}" dt="2026-02-24T09:45:45.312" v="306" actId="20577"/>
          <ac:spMkLst>
            <pc:docMk/>
            <pc:sldMk cId="1264479091" sldId="353"/>
            <ac:spMk id="3" creationId="{5B59D826-9EDF-1F04-5159-E971696A3CFD}"/>
          </ac:spMkLst>
        </pc:spChg>
      </pc:sldChg>
      <pc:sldChg chg="addSp modSp add mod">
        <pc:chgData name="Noxolo Pretty Cele" userId="c0214832-da79-4e77-9892-7642ead81f7d" providerId="ADAL" clId="{38C75C36-08D6-456C-B4B9-DF9254900FEF}" dt="2026-02-24T10:01:33.611" v="328" actId="1076"/>
        <pc:sldMkLst>
          <pc:docMk/>
          <pc:sldMk cId="3536924162" sldId="354"/>
        </pc:sldMkLst>
        <pc:spChg chg="mod">
          <ac:chgData name="Noxolo Pretty Cele" userId="c0214832-da79-4e77-9892-7642ead81f7d" providerId="ADAL" clId="{38C75C36-08D6-456C-B4B9-DF9254900FEF}" dt="2026-02-24T10:01:18.940" v="324" actId="20577"/>
          <ac:spMkLst>
            <pc:docMk/>
            <pc:sldMk cId="3536924162" sldId="354"/>
            <ac:spMk id="3" creationId="{9E0C3690-6B4B-00A9-73A7-90E2ED4A4734}"/>
          </ac:spMkLst>
        </pc:spChg>
        <pc:picChg chg="add mod">
          <ac:chgData name="Noxolo Pretty Cele" userId="c0214832-da79-4e77-9892-7642ead81f7d" providerId="ADAL" clId="{38C75C36-08D6-456C-B4B9-DF9254900FEF}" dt="2026-02-24T10:01:33.611" v="328" actId="1076"/>
          <ac:picMkLst>
            <pc:docMk/>
            <pc:sldMk cId="3536924162" sldId="354"/>
            <ac:picMk id="5" creationId="{6F33B850-34FD-E2FE-200E-B414FBAA8A7F}"/>
          </ac:picMkLst>
        </pc:picChg>
      </pc:sldChg>
      <pc:sldChg chg="addSp delSp add del setBg delDesignElem">
        <pc:chgData name="Noxolo Pretty Cele" userId="c0214832-da79-4e77-9892-7642ead81f7d" providerId="ADAL" clId="{38C75C36-08D6-456C-B4B9-DF9254900FEF}" dt="2026-02-24T09:43:16.693" v="247"/>
        <pc:sldMkLst>
          <pc:docMk/>
          <pc:sldMk cId="4073141653" sldId="354"/>
        </pc:sldMkLst>
        <pc:spChg chg="add del">
          <ac:chgData name="Noxolo Pretty Cele" userId="c0214832-da79-4e77-9892-7642ead81f7d" providerId="ADAL" clId="{38C75C36-08D6-456C-B4B9-DF9254900FEF}" dt="2026-02-24T09:43:16.693" v="247"/>
          <ac:spMkLst>
            <pc:docMk/>
            <pc:sldMk cId="4073141653" sldId="354"/>
            <ac:spMk id="8" creationId="{50D60B02-9A9C-193B-BBA2-854208E9B7F2}"/>
          </ac:spMkLst>
        </pc:spChg>
        <pc:spChg chg="add del">
          <ac:chgData name="Noxolo Pretty Cele" userId="c0214832-da79-4e77-9892-7642ead81f7d" providerId="ADAL" clId="{38C75C36-08D6-456C-B4B9-DF9254900FEF}" dt="2026-02-24T09:43:16.693" v="247"/>
          <ac:spMkLst>
            <pc:docMk/>
            <pc:sldMk cId="4073141653" sldId="354"/>
            <ac:spMk id="10" creationId="{7EBFDAB2-0F80-091C-63CE-9A47D07E6226}"/>
          </ac:spMkLst>
        </pc:spChg>
        <pc:spChg chg="add del">
          <ac:chgData name="Noxolo Pretty Cele" userId="c0214832-da79-4e77-9892-7642ead81f7d" providerId="ADAL" clId="{38C75C36-08D6-456C-B4B9-DF9254900FEF}" dt="2026-02-24T09:43:16.693" v="247"/>
          <ac:spMkLst>
            <pc:docMk/>
            <pc:sldMk cId="4073141653" sldId="354"/>
            <ac:spMk id="12" creationId="{E64C2243-40AC-F26D-9BBE-E13F317405C2}"/>
          </ac:spMkLst>
        </pc:spChg>
        <pc:spChg chg="add del">
          <ac:chgData name="Noxolo Pretty Cele" userId="c0214832-da79-4e77-9892-7642ead81f7d" providerId="ADAL" clId="{38C75C36-08D6-456C-B4B9-DF9254900FEF}" dt="2026-02-24T09:43:16.693" v="247"/>
          <ac:spMkLst>
            <pc:docMk/>
            <pc:sldMk cId="4073141653" sldId="354"/>
            <ac:spMk id="14" creationId="{ABCBE638-489C-C2BD-5051-D7C8075CC9EF}"/>
          </ac:spMkLst>
        </pc:spChg>
        <pc:spChg chg="add del">
          <ac:chgData name="Noxolo Pretty Cele" userId="c0214832-da79-4e77-9892-7642ead81f7d" providerId="ADAL" clId="{38C75C36-08D6-456C-B4B9-DF9254900FEF}" dt="2026-02-24T09:43:16.693" v="247"/>
          <ac:spMkLst>
            <pc:docMk/>
            <pc:sldMk cId="4073141653" sldId="354"/>
            <ac:spMk id="16" creationId="{77F4F4DB-A7F5-311B-2306-6B524C5446EF}"/>
          </ac:spMkLst>
        </pc:spChg>
      </pc:sldChg>
      <pc:sldChg chg="addSp delSp modSp new mod setBg">
        <pc:chgData name="Noxolo Pretty Cele" userId="c0214832-da79-4e77-9892-7642ead81f7d" providerId="ADAL" clId="{38C75C36-08D6-456C-B4B9-DF9254900FEF}" dt="2026-02-24T10:07:14.580" v="365" actId="26606"/>
        <pc:sldMkLst>
          <pc:docMk/>
          <pc:sldMk cId="2797753573" sldId="355"/>
        </pc:sldMkLst>
        <pc:spChg chg="mod">
          <ac:chgData name="Noxolo Pretty Cele" userId="c0214832-da79-4e77-9892-7642ead81f7d" providerId="ADAL" clId="{38C75C36-08D6-456C-B4B9-DF9254900FEF}" dt="2026-02-24T10:07:14.580" v="365" actId="26606"/>
          <ac:spMkLst>
            <pc:docMk/>
            <pc:sldMk cId="2797753573" sldId="355"/>
            <ac:spMk id="2" creationId="{3E2F1C82-4A77-4908-1131-C535956FF516}"/>
          </ac:spMkLst>
        </pc:spChg>
        <pc:spChg chg="del">
          <ac:chgData name="Noxolo Pretty Cele" userId="c0214832-da79-4e77-9892-7642ead81f7d" providerId="ADAL" clId="{38C75C36-08D6-456C-B4B9-DF9254900FEF}" dt="2026-02-24T10:06:51.289" v="330" actId="22"/>
          <ac:spMkLst>
            <pc:docMk/>
            <pc:sldMk cId="2797753573" sldId="355"/>
            <ac:spMk id="3" creationId="{6BABE61C-C23A-EDFA-A511-1805A485E90D}"/>
          </ac:spMkLst>
        </pc:spChg>
        <pc:spChg chg="add">
          <ac:chgData name="Noxolo Pretty Cele" userId="c0214832-da79-4e77-9892-7642ead81f7d" providerId="ADAL" clId="{38C75C36-08D6-456C-B4B9-DF9254900FEF}" dt="2026-02-24T10:07:14.580" v="365" actId="26606"/>
          <ac:spMkLst>
            <pc:docMk/>
            <pc:sldMk cId="2797753573" sldId="355"/>
            <ac:spMk id="10" creationId="{A8384FB5-9ADC-4DDC-881B-597D56F5B15D}"/>
          </ac:spMkLst>
        </pc:spChg>
        <pc:spChg chg="add">
          <ac:chgData name="Noxolo Pretty Cele" userId="c0214832-da79-4e77-9892-7642ead81f7d" providerId="ADAL" clId="{38C75C36-08D6-456C-B4B9-DF9254900FEF}" dt="2026-02-24T10:07:14.580" v="365" actId="26606"/>
          <ac:spMkLst>
            <pc:docMk/>
            <pc:sldMk cId="2797753573" sldId="355"/>
            <ac:spMk id="12" creationId="{1199E1B1-A8C0-4FE8-A5A8-1CB41D69F857}"/>
          </ac:spMkLst>
        </pc:spChg>
        <pc:spChg chg="add">
          <ac:chgData name="Noxolo Pretty Cele" userId="c0214832-da79-4e77-9892-7642ead81f7d" providerId="ADAL" clId="{38C75C36-08D6-456C-B4B9-DF9254900FEF}" dt="2026-02-24T10:07:14.580" v="365" actId="26606"/>
          <ac:spMkLst>
            <pc:docMk/>
            <pc:sldMk cId="2797753573" sldId="355"/>
            <ac:spMk id="14" creationId="{84A8DE83-DE75-4B41-9DB4-A7EC0B0DEC0B}"/>
          </ac:spMkLst>
        </pc:spChg>
        <pc:spChg chg="add">
          <ac:chgData name="Noxolo Pretty Cele" userId="c0214832-da79-4e77-9892-7642ead81f7d" providerId="ADAL" clId="{38C75C36-08D6-456C-B4B9-DF9254900FEF}" dt="2026-02-24T10:07:14.580" v="365" actId="26606"/>
          <ac:spMkLst>
            <pc:docMk/>
            <pc:sldMk cId="2797753573" sldId="355"/>
            <ac:spMk id="16" creationId="{A7009A0A-BEF5-4EAC-AF15-E4F9F002E239}"/>
          </ac:spMkLst>
        </pc:spChg>
        <pc:picChg chg="add mod ord">
          <ac:chgData name="Noxolo Pretty Cele" userId="c0214832-da79-4e77-9892-7642ead81f7d" providerId="ADAL" clId="{38C75C36-08D6-456C-B4B9-DF9254900FEF}" dt="2026-02-24T10:07:14.580" v="365" actId="26606"/>
          <ac:picMkLst>
            <pc:docMk/>
            <pc:sldMk cId="2797753573" sldId="355"/>
            <ac:picMk id="5" creationId="{8016AE2C-2E2D-2EAE-84AC-0C19D1DB37D1}"/>
          </ac:picMkLst>
        </pc:picChg>
      </pc:sldChg>
      <pc:sldChg chg="modSp add mod">
        <pc:chgData name="Noxolo Pretty Cele" userId="c0214832-da79-4e77-9892-7642ead81f7d" providerId="ADAL" clId="{38C75C36-08D6-456C-B4B9-DF9254900FEF}" dt="2026-02-24T10:17:05.130" v="406" actId="20577"/>
        <pc:sldMkLst>
          <pc:docMk/>
          <pc:sldMk cId="2154735923" sldId="356"/>
        </pc:sldMkLst>
        <pc:spChg chg="mod">
          <ac:chgData name="Noxolo Pretty Cele" userId="c0214832-da79-4e77-9892-7642ead81f7d" providerId="ADAL" clId="{38C75C36-08D6-456C-B4B9-DF9254900FEF}" dt="2026-02-24T10:17:05.130" v="406" actId="20577"/>
          <ac:spMkLst>
            <pc:docMk/>
            <pc:sldMk cId="2154735923" sldId="356"/>
            <ac:spMk id="2" creationId="{FA3E327B-6945-78BB-9DA8-8323F0FD7202}"/>
          </ac:spMkLst>
        </pc:spChg>
        <pc:spChg chg="mod">
          <ac:chgData name="Noxolo Pretty Cele" userId="c0214832-da79-4e77-9892-7642ead81f7d" providerId="ADAL" clId="{38C75C36-08D6-456C-B4B9-DF9254900FEF}" dt="2026-02-24T10:12:56.826" v="385" actId="14100"/>
          <ac:spMkLst>
            <pc:docMk/>
            <pc:sldMk cId="2154735923" sldId="356"/>
            <ac:spMk id="3" creationId="{87AF2D79-354E-81F3-F491-F84C474ABF07}"/>
          </ac:spMkLst>
        </pc:spChg>
      </pc:sldChg>
      <pc:sldChg chg="add del">
        <pc:chgData name="Noxolo Pretty Cele" userId="c0214832-da79-4e77-9892-7642ead81f7d" providerId="ADAL" clId="{38C75C36-08D6-456C-B4B9-DF9254900FEF}" dt="2026-02-24T10:49:55.448" v="690" actId="2696"/>
        <pc:sldMkLst>
          <pc:docMk/>
          <pc:sldMk cId="1661587111" sldId="357"/>
        </pc:sldMkLst>
      </pc:sldChg>
      <pc:sldChg chg="modSp add mod">
        <pc:chgData name="Noxolo Pretty Cele" userId="c0214832-da79-4e77-9892-7642ead81f7d" providerId="ADAL" clId="{38C75C36-08D6-456C-B4B9-DF9254900FEF}" dt="2026-02-24T10:51:47.007" v="714" actId="20577"/>
        <pc:sldMkLst>
          <pc:docMk/>
          <pc:sldMk cId="2839251855" sldId="358"/>
        </pc:sldMkLst>
        <pc:spChg chg="mod">
          <ac:chgData name="Noxolo Pretty Cele" userId="c0214832-da79-4e77-9892-7642ead81f7d" providerId="ADAL" clId="{38C75C36-08D6-456C-B4B9-DF9254900FEF}" dt="2026-02-24T10:51:37.776" v="702" actId="20577"/>
          <ac:spMkLst>
            <pc:docMk/>
            <pc:sldMk cId="2839251855" sldId="358"/>
            <ac:spMk id="2" creationId="{EA6FA303-8418-B17C-E0B4-98545796CBD0}"/>
          </ac:spMkLst>
        </pc:spChg>
        <pc:spChg chg="mod">
          <ac:chgData name="Noxolo Pretty Cele" userId="c0214832-da79-4e77-9892-7642ead81f7d" providerId="ADAL" clId="{38C75C36-08D6-456C-B4B9-DF9254900FEF}" dt="2026-02-24T10:51:47.007" v="714" actId="20577"/>
          <ac:spMkLst>
            <pc:docMk/>
            <pc:sldMk cId="2839251855" sldId="358"/>
            <ac:spMk id="3" creationId="{8DB7C359-567E-03A5-DF69-78E568393B0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C0330C-ADC3-4146-B310-811BAF458A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1484CF-EFA7-42C6-8A7C-789E04EC058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User requirements</a:t>
          </a:r>
          <a:endParaRPr lang="en-US"/>
        </a:p>
      </dgm:t>
    </dgm:pt>
    <dgm:pt modelId="{212A0D70-B5B1-40BC-BC5A-8EE94FFE79A1}" type="parTrans" cxnId="{91206FB1-ABE7-4B55-9989-E0241829CFAA}">
      <dgm:prSet/>
      <dgm:spPr/>
      <dgm:t>
        <a:bodyPr/>
        <a:lstStyle/>
        <a:p>
          <a:endParaRPr lang="en-US"/>
        </a:p>
      </dgm:t>
    </dgm:pt>
    <dgm:pt modelId="{684E427F-A889-4C56-835D-D9FFC652A4E1}" type="sibTrans" cxnId="{91206FB1-ABE7-4B55-9989-E0241829CFAA}">
      <dgm:prSet/>
      <dgm:spPr/>
      <dgm:t>
        <a:bodyPr/>
        <a:lstStyle/>
        <a:p>
          <a:endParaRPr lang="en-US"/>
        </a:p>
      </dgm:t>
    </dgm:pt>
    <dgm:pt modelId="{C48F5E84-20CB-4A49-9C94-662A8F29E245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  <a:p>
          <a:pPr>
            <a:lnSpc>
              <a:spcPct val="100000"/>
            </a:lnSpc>
          </a:pPr>
          <a:r>
            <a:rPr lang="en-US" b="0" i="0"/>
            <a:t>User requirements are defined using natural language, tables, and diagrams as these can be understood by all users.</a:t>
          </a:r>
        </a:p>
        <a:p>
          <a:pPr>
            <a:lnSpc>
              <a:spcPct val="100000"/>
            </a:lnSpc>
          </a:pPr>
          <a:endParaRPr lang="en-US" b="0" i="0"/>
        </a:p>
        <a:p>
          <a:pPr>
            <a:lnSpc>
              <a:spcPct val="100000"/>
            </a:lnSpc>
          </a:pPr>
          <a:r>
            <a:rPr lang="en-US" b="0" i="0"/>
            <a:t>Should describe functional and non-functional requirements in such a way that they are understandable by system users who don't have detailed technical knowledge.</a:t>
          </a:r>
          <a:endParaRPr lang="en-US" b="0" i="0" dirty="0"/>
        </a:p>
      </dgm:t>
    </dgm:pt>
    <dgm:pt modelId="{5CC8BF7B-B7D5-4DC7-BAD7-340CF908D618}" type="parTrans" cxnId="{754B8AA0-874D-46E2-8732-14B5B18B4F59}">
      <dgm:prSet/>
      <dgm:spPr/>
      <dgm:t>
        <a:bodyPr/>
        <a:lstStyle/>
        <a:p>
          <a:endParaRPr lang="en-US"/>
        </a:p>
      </dgm:t>
    </dgm:pt>
    <dgm:pt modelId="{9C6EABEB-5706-4DA8-8A1D-9757A47EB7B9}" type="sibTrans" cxnId="{754B8AA0-874D-46E2-8732-14B5B18B4F59}">
      <dgm:prSet/>
      <dgm:spPr/>
      <dgm:t>
        <a:bodyPr/>
        <a:lstStyle/>
        <a:p>
          <a:endParaRPr lang="en-US"/>
        </a:p>
      </dgm:t>
    </dgm:pt>
    <dgm:pt modelId="{5CF6D656-C7EF-457B-B675-160DD21CAE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System requirements</a:t>
          </a:r>
          <a:endParaRPr lang="en-US"/>
        </a:p>
      </dgm:t>
    </dgm:pt>
    <dgm:pt modelId="{16BE8AA5-7C5B-4485-8EC0-33AED938D01D}" type="parTrans" cxnId="{D8649A84-89A1-4B8C-BE0D-E22471C83B0B}">
      <dgm:prSet/>
      <dgm:spPr/>
      <dgm:t>
        <a:bodyPr/>
        <a:lstStyle/>
        <a:p>
          <a:endParaRPr lang="en-US"/>
        </a:p>
      </dgm:t>
    </dgm:pt>
    <dgm:pt modelId="{7B5B3D0E-665A-43FA-820F-64957ED54E91}" type="sibTrans" cxnId="{D8649A84-89A1-4B8C-BE0D-E22471C83B0B}">
      <dgm:prSet/>
      <dgm:spPr/>
      <dgm:t>
        <a:bodyPr/>
        <a:lstStyle/>
        <a:p>
          <a:endParaRPr lang="en-US"/>
        </a:p>
      </dgm:t>
    </dgm:pt>
    <dgm:pt modelId="{70722879-312C-4E0E-8C55-04EDF4188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More detailed specifications of system functions, services, and constraints than user requirements. </a:t>
          </a:r>
        </a:p>
        <a:p>
          <a:pPr>
            <a:lnSpc>
              <a:spcPct val="100000"/>
            </a:lnSpc>
          </a:pPr>
          <a:r>
            <a:rPr lang="en-US" b="0" i="0" dirty="0"/>
            <a:t>They are intended to be a basis for designing the system.</a:t>
          </a:r>
        </a:p>
      </dgm:t>
    </dgm:pt>
    <dgm:pt modelId="{503050E7-54C1-4CFA-8189-C935A4ED3E79}" type="parTrans" cxnId="{62074E0B-9BBC-441D-8323-E34FE416053F}">
      <dgm:prSet/>
      <dgm:spPr/>
      <dgm:t>
        <a:bodyPr/>
        <a:lstStyle/>
        <a:p>
          <a:endParaRPr lang="en-US"/>
        </a:p>
      </dgm:t>
    </dgm:pt>
    <dgm:pt modelId="{B2A97DD7-1E44-48C4-8197-621635840786}" type="sibTrans" cxnId="{62074E0B-9BBC-441D-8323-E34FE416053F}">
      <dgm:prSet/>
      <dgm:spPr/>
      <dgm:t>
        <a:bodyPr/>
        <a:lstStyle/>
        <a:p>
          <a:endParaRPr lang="en-US"/>
        </a:p>
      </dgm:t>
    </dgm:pt>
    <dgm:pt modelId="{599E6B9C-066C-4941-8D5B-1C82BD0E71B4}" type="pres">
      <dgm:prSet presAssocID="{52C0330C-ADC3-4146-B310-811BAF458A1E}" presName="root" presStyleCnt="0">
        <dgm:presLayoutVars>
          <dgm:dir/>
          <dgm:resizeHandles val="exact"/>
        </dgm:presLayoutVars>
      </dgm:prSet>
      <dgm:spPr/>
    </dgm:pt>
    <dgm:pt modelId="{C6C2FD6F-7FA6-4EAF-A752-0469CB37CCFB}" type="pres">
      <dgm:prSet presAssocID="{371484CF-EFA7-42C6-8A7C-789E04EC0589}" presName="compNode" presStyleCnt="0"/>
      <dgm:spPr/>
    </dgm:pt>
    <dgm:pt modelId="{1DE55EDC-67EB-4966-B2A0-19BADC9F628F}" type="pres">
      <dgm:prSet presAssocID="{371484CF-EFA7-42C6-8A7C-789E04EC0589}" presName="bgRect" presStyleLbl="bgShp" presStyleIdx="0" presStyleCnt="2"/>
      <dgm:spPr/>
    </dgm:pt>
    <dgm:pt modelId="{3768C655-DA6D-4CF0-9D95-B29B8249EFA5}" type="pres">
      <dgm:prSet presAssocID="{371484CF-EFA7-42C6-8A7C-789E04EC058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9B140BB-FBE5-4182-B509-83400138B0EA}" type="pres">
      <dgm:prSet presAssocID="{371484CF-EFA7-42C6-8A7C-789E04EC0589}" presName="spaceRect" presStyleCnt="0"/>
      <dgm:spPr/>
    </dgm:pt>
    <dgm:pt modelId="{B0A74165-3331-44D0-B034-7CB2F560E3E8}" type="pres">
      <dgm:prSet presAssocID="{371484CF-EFA7-42C6-8A7C-789E04EC0589}" presName="parTx" presStyleLbl="revTx" presStyleIdx="0" presStyleCnt="4">
        <dgm:presLayoutVars>
          <dgm:chMax val="0"/>
          <dgm:chPref val="0"/>
        </dgm:presLayoutVars>
      </dgm:prSet>
      <dgm:spPr/>
    </dgm:pt>
    <dgm:pt modelId="{B313AFC7-547F-4081-8F4F-50D5126277B5}" type="pres">
      <dgm:prSet presAssocID="{371484CF-EFA7-42C6-8A7C-789E04EC0589}" presName="desTx" presStyleLbl="revTx" presStyleIdx="1" presStyleCnt="4">
        <dgm:presLayoutVars/>
      </dgm:prSet>
      <dgm:spPr/>
    </dgm:pt>
    <dgm:pt modelId="{D5F6DCC3-C4A8-4C6E-A177-F0A76FAAD38F}" type="pres">
      <dgm:prSet presAssocID="{684E427F-A889-4C56-835D-D9FFC652A4E1}" presName="sibTrans" presStyleCnt="0"/>
      <dgm:spPr/>
    </dgm:pt>
    <dgm:pt modelId="{CE9B61AC-093B-4DEC-A677-84E030181BC9}" type="pres">
      <dgm:prSet presAssocID="{5CF6D656-C7EF-457B-B675-160DD21CAE79}" presName="compNode" presStyleCnt="0"/>
      <dgm:spPr/>
    </dgm:pt>
    <dgm:pt modelId="{219045C7-9563-4244-93EC-0B1F270D22F4}" type="pres">
      <dgm:prSet presAssocID="{5CF6D656-C7EF-457B-B675-160DD21CAE79}" presName="bgRect" presStyleLbl="bgShp" presStyleIdx="1" presStyleCnt="2"/>
      <dgm:spPr/>
    </dgm:pt>
    <dgm:pt modelId="{B1FC142C-575F-4241-BA24-8BBE51E6014E}" type="pres">
      <dgm:prSet presAssocID="{5CF6D656-C7EF-457B-B675-160DD21CAE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D8816F3-2A13-47A3-9639-618E0245D2FE}" type="pres">
      <dgm:prSet presAssocID="{5CF6D656-C7EF-457B-B675-160DD21CAE79}" presName="spaceRect" presStyleCnt="0"/>
      <dgm:spPr/>
    </dgm:pt>
    <dgm:pt modelId="{0949B0AB-541F-42D4-8374-0462A3A9FE74}" type="pres">
      <dgm:prSet presAssocID="{5CF6D656-C7EF-457B-B675-160DD21CAE79}" presName="parTx" presStyleLbl="revTx" presStyleIdx="2" presStyleCnt="4">
        <dgm:presLayoutVars>
          <dgm:chMax val="0"/>
          <dgm:chPref val="0"/>
        </dgm:presLayoutVars>
      </dgm:prSet>
      <dgm:spPr/>
    </dgm:pt>
    <dgm:pt modelId="{04EFF1EC-44B6-41DC-93EE-286B0F965FD0}" type="pres">
      <dgm:prSet presAssocID="{5CF6D656-C7EF-457B-B675-160DD21CAE79}" presName="desTx" presStyleLbl="revTx" presStyleIdx="3" presStyleCnt="4">
        <dgm:presLayoutVars/>
      </dgm:prSet>
      <dgm:spPr/>
    </dgm:pt>
  </dgm:ptLst>
  <dgm:cxnLst>
    <dgm:cxn modelId="{62074E0B-9BBC-441D-8323-E34FE416053F}" srcId="{5CF6D656-C7EF-457B-B675-160DD21CAE79}" destId="{70722879-312C-4E0E-8C55-04EDF4188183}" srcOrd="0" destOrd="0" parTransId="{503050E7-54C1-4CFA-8189-C935A4ED3E79}" sibTransId="{B2A97DD7-1E44-48C4-8197-621635840786}"/>
    <dgm:cxn modelId="{29F4FA30-B74A-40BB-9AAA-4AABC0BA5552}" type="presOf" srcId="{70722879-312C-4E0E-8C55-04EDF4188183}" destId="{04EFF1EC-44B6-41DC-93EE-286B0F965FD0}" srcOrd="0" destOrd="0" presId="urn:microsoft.com/office/officeart/2018/2/layout/IconVerticalSolidList"/>
    <dgm:cxn modelId="{B81AA969-21E5-4328-B567-18BAE4A2307F}" type="presOf" srcId="{371484CF-EFA7-42C6-8A7C-789E04EC0589}" destId="{B0A74165-3331-44D0-B034-7CB2F560E3E8}" srcOrd="0" destOrd="0" presId="urn:microsoft.com/office/officeart/2018/2/layout/IconVerticalSolidList"/>
    <dgm:cxn modelId="{DE6C316A-DD34-43AC-820E-5F3BE4E02876}" type="presOf" srcId="{5CF6D656-C7EF-457B-B675-160DD21CAE79}" destId="{0949B0AB-541F-42D4-8374-0462A3A9FE74}" srcOrd="0" destOrd="0" presId="urn:microsoft.com/office/officeart/2018/2/layout/IconVerticalSolidList"/>
    <dgm:cxn modelId="{D8649A84-89A1-4B8C-BE0D-E22471C83B0B}" srcId="{52C0330C-ADC3-4146-B310-811BAF458A1E}" destId="{5CF6D656-C7EF-457B-B675-160DD21CAE79}" srcOrd="1" destOrd="0" parTransId="{16BE8AA5-7C5B-4485-8EC0-33AED938D01D}" sibTransId="{7B5B3D0E-665A-43FA-820F-64957ED54E91}"/>
    <dgm:cxn modelId="{754B8AA0-874D-46E2-8732-14B5B18B4F59}" srcId="{371484CF-EFA7-42C6-8A7C-789E04EC0589}" destId="{C48F5E84-20CB-4A49-9C94-662A8F29E245}" srcOrd="0" destOrd="0" parTransId="{5CC8BF7B-B7D5-4DC7-BAD7-340CF908D618}" sibTransId="{9C6EABEB-5706-4DA8-8A1D-9757A47EB7B9}"/>
    <dgm:cxn modelId="{91206FB1-ABE7-4B55-9989-E0241829CFAA}" srcId="{52C0330C-ADC3-4146-B310-811BAF458A1E}" destId="{371484CF-EFA7-42C6-8A7C-789E04EC0589}" srcOrd="0" destOrd="0" parTransId="{212A0D70-B5B1-40BC-BC5A-8EE94FFE79A1}" sibTransId="{684E427F-A889-4C56-835D-D9FFC652A4E1}"/>
    <dgm:cxn modelId="{15774FBA-3F0E-4935-B925-A37121568A0E}" type="presOf" srcId="{C48F5E84-20CB-4A49-9C94-662A8F29E245}" destId="{B313AFC7-547F-4081-8F4F-50D5126277B5}" srcOrd="0" destOrd="0" presId="urn:microsoft.com/office/officeart/2018/2/layout/IconVerticalSolidList"/>
    <dgm:cxn modelId="{0CC2D5DC-A6BB-4394-8088-D10A4DAE621B}" type="presOf" srcId="{52C0330C-ADC3-4146-B310-811BAF458A1E}" destId="{599E6B9C-066C-4941-8D5B-1C82BD0E71B4}" srcOrd="0" destOrd="0" presId="urn:microsoft.com/office/officeart/2018/2/layout/IconVerticalSolidList"/>
    <dgm:cxn modelId="{2410BE66-F86D-4B3D-B360-B319DF9AAE49}" type="presParOf" srcId="{599E6B9C-066C-4941-8D5B-1C82BD0E71B4}" destId="{C6C2FD6F-7FA6-4EAF-A752-0469CB37CCFB}" srcOrd="0" destOrd="0" presId="urn:microsoft.com/office/officeart/2018/2/layout/IconVerticalSolidList"/>
    <dgm:cxn modelId="{79D10563-7122-49E3-92EF-AA734E8F601A}" type="presParOf" srcId="{C6C2FD6F-7FA6-4EAF-A752-0469CB37CCFB}" destId="{1DE55EDC-67EB-4966-B2A0-19BADC9F628F}" srcOrd="0" destOrd="0" presId="urn:microsoft.com/office/officeart/2018/2/layout/IconVerticalSolidList"/>
    <dgm:cxn modelId="{C86FC7F3-93B9-40A7-97B7-97ECB1D5E699}" type="presParOf" srcId="{C6C2FD6F-7FA6-4EAF-A752-0469CB37CCFB}" destId="{3768C655-DA6D-4CF0-9D95-B29B8249EFA5}" srcOrd="1" destOrd="0" presId="urn:microsoft.com/office/officeart/2018/2/layout/IconVerticalSolidList"/>
    <dgm:cxn modelId="{66697716-5FA4-4A48-B415-E60864B71C79}" type="presParOf" srcId="{C6C2FD6F-7FA6-4EAF-A752-0469CB37CCFB}" destId="{79B140BB-FBE5-4182-B509-83400138B0EA}" srcOrd="2" destOrd="0" presId="urn:microsoft.com/office/officeart/2018/2/layout/IconVerticalSolidList"/>
    <dgm:cxn modelId="{20AA9296-70BA-4C93-859F-3D3368D2B65F}" type="presParOf" srcId="{C6C2FD6F-7FA6-4EAF-A752-0469CB37CCFB}" destId="{B0A74165-3331-44D0-B034-7CB2F560E3E8}" srcOrd="3" destOrd="0" presId="urn:microsoft.com/office/officeart/2018/2/layout/IconVerticalSolidList"/>
    <dgm:cxn modelId="{2F898C13-5027-4BA3-B66A-EEDA32F89CDC}" type="presParOf" srcId="{C6C2FD6F-7FA6-4EAF-A752-0469CB37CCFB}" destId="{B313AFC7-547F-4081-8F4F-50D5126277B5}" srcOrd="4" destOrd="0" presId="urn:microsoft.com/office/officeart/2018/2/layout/IconVerticalSolidList"/>
    <dgm:cxn modelId="{994DBAB3-9188-487A-8746-29BA1CAD45A1}" type="presParOf" srcId="{599E6B9C-066C-4941-8D5B-1C82BD0E71B4}" destId="{D5F6DCC3-C4A8-4C6E-A177-F0A76FAAD38F}" srcOrd="1" destOrd="0" presId="urn:microsoft.com/office/officeart/2018/2/layout/IconVerticalSolidList"/>
    <dgm:cxn modelId="{8D55497E-DBFE-45AD-8FDC-C5FF76B34B3F}" type="presParOf" srcId="{599E6B9C-066C-4941-8D5B-1C82BD0E71B4}" destId="{CE9B61AC-093B-4DEC-A677-84E030181BC9}" srcOrd="2" destOrd="0" presId="urn:microsoft.com/office/officeart/2018/2/layout/IconVerticalSolidList"/>
    <dgm:cxn modelId="{2DA4421B-1017-42D9-8005-0DF3E8210A51}" type="presParOf" srcId="{CE9B61AC-093B-4DEC-A677-84E030181BC9}" destId="{219045C7-9563-4244-93EC-0B1F270D22F4}" srcOrd="0" destOrd="0" presId="urn:microsoft.com/office/officeart/2018/2/layout/IconVerticalSolidList"/>
    <dgm:cxn modelId="{688F3F15-6B68-4BAA-BA96-E27FD9E6C4BC}" type="presParOf" srcId="{CE9B61AC-093B-4DEC-A677-84E030181BC9}" destId="{B1FC142C-575F-4241-BA24-8BBE51E6014E}" srcOrd="1" destOrd="0" presId="urn:microsoft.com/office/officeart/2018/2/layout/IconVerticalSolidList"/>
    <dgm:cxn modelId="{50E2B8CE-6067-4CA9-8325-77A23E14D022}" type="presParOf" srcId="{CE9B61AC-093B-4DEC-A677-84E030181BC9}" destId="{7D8816F3-2A13-47A3-9639-618E0245D2FE}" srcOrd="2" destOrd="0" presId="urn:microsoft.com/office/officeart/2018/2/layout/IconVerticalSolidList"/>
    <dgm:cxn modelId="{B53CA7AB-6BB3-4AE2-8CFB-5BC1A14D7A6C}" type="presParOf" srcId="{CE9B61AC-093B-4DEC-A677-84E030181BC9}" destId="{0949B0AB-541F-42D4-8374-0462A3A9FE74}" srcOrd="3" destOrd="0" presId="urn:microsoft.com/office/officeart/2018/2/layout/IconVerticalSolidList"/>
    <dgm:cxn modelId="{170F7D8A-71A5-4F47-9E55-8E0ECF08E91D}" type="presParOf" srcId="{CE9B61AC-093B-4DEC-A677-84E030181BC9}" destId="{04EFF1EC-44B6-41DC-93EE-286B0F965FD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55EDC-67EB-4966-B2A0-19BADC9F628F}">
      <dsp:nvSpPr>
        <dsp:cNvPr id="0" name=""/>
        <dsp:cNvSpPr/>
      </dsp:nvSpPr>
      <dsp:spPr>
        <a:xfrm>
          <a:off x="0" y="684093"/>
          <a:ext cx="10927829" cy="12553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8C655-DA6D-4CF0-9D95-B29B8249EFA5}">
      <dsp:nvSpPr>
        <dsp:cNvPr id="0" name=""/>
        <dsp:cNvSpPr/>
      </dsp:nvSpPr>
      <dsp:spPr>
        <a:xfrm>
          <a:off x="379754" y="966555"/>
          <a:ext cx="690462" cy="6904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74165-3331-44D0-B034-7CB2F560E3E8}">
      <dsp:nvSpPr>
        <dsp:cNvPr id="0" name=""/>
        <dsp:cNvSpPr/>
      </dsp:nvSpPr>
      <dsp:spPr>
        <a:xfrm>
          <a:off x="1449970" y="684093"/>
          <a:ext cx="4917523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User requirements</a:t>
          </a:r>
          <a:endParaRPr lang="en-US" sz="2500" kern="1200"/>
        </a:p>
      </dsp:txBody>
      <dsp:txXfrm>
        <a:off x="1449970" y="684093"/>
        <a:ext cx="4917523" cy="1255385"/>
      </dsp:txXfrm>
    </dsp:sp>
    <dsp:sp modelId="{B313AFC7-547F-4081-8F4F-50D5126277B5}">
      <dsp:nvSpPr>
        <dsp:cNvPr id="0" name=""/>
        <dsp:cNvSpPr/>
      </dsp:nvSpPr>
      <dsp:spPr>
        <a:xfrm>
          <a:off x="6367493" y="684093"/>
          <a:ext cx="4558917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User requirements are defined using natural language, tables, and diagrams as these can be understood by all users.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0" i="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Should describe functional and non-functional requirements in such a way that they are understandable by system users who don't have detailed technical knowledge.</a:t>
          </a:r>
          <a:endParaRPr lang="en-US" sz="1100" b="0" i="0" kern="1200" dirty="0"/>
        </a:p>
      </dsp:txBody>
      <dsp:txXfrm>
        <a:off x="6367493" y="684093"/>
        <a:ext cx="4558917" cy="1255385"/>
      </dsp:txXfrm>
    </dsp:sp>
    <dsp:sp modelId="{219045C7-9563-4244-93EC-0B1F270D22F4}">
      <dsp:nvSpPr>
        <dsp:cNvPr id="0" name=""/>
        <dsp:cNvSpPr/>
      </dsp:nvSpPr>
      <dsp:spPr>
        <a:xfrm>
          <a:off x="0" y="2253325"/>
          <a:ext cx="10927829" cy="12553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C142C-575F-4241-BA24-8BBE51E6014E}">
      <dsp:nvSpPr>
        <dsp:cNvPr id="0" name=""/>
        <dsp:cNvSpPr/>
      </dsp:nvSpPr>
      <dsp:spPr>
        <a:xfrm>
          <a:off x="379754" y="2535787"/>
          <a:ext cx="690462" cy="6904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9B0AB-541F-42D4-8374-0462A3A9FE74}">
      <dsp:nvSpPr>
        <dsp:cNvPr id="0" name=""/>
        <dsp:cNvSpPr/>
      </dsp:nvSpPr>
      <dsp:spPr>
        <a:xfrm>
          <a:off x="1449970" y="2253325"/>
          <a:ext cx="4917523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System requirements</a:t>
          </a:r>
          <a:endParaRPr lang="en-US" sz="2500" kern="1200"/>
        </a:p>
      </dsp:txBody>
      <dsp:txXfrm>
        <a:off x="1449970" y="2253325"/>
        <a:ext cx="4917523" cy="1255385"/>
      </dsp:txXfrm>
    </dsp:sp>
    <dsp:sp modelId="{04EFF1EC-44B6-41DC-93EE-286B0F965FD0}">
      <dsp:nvSpPr>
        <dsp:cNvPr id="0" name=""/>
        <dsp:cNvSpPr/>
      </dsp:nvSpPr>
      <dsp:spPr>
        <a:xfrm>
          <a:off x="6367493" y="2253325"/>
          <a:ext cx="4558917" cy="12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62" tIns="132862" rIns="132862" bIns="13286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More detailed specifications of system functions, services, and constraints than user requirements.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They are intended to be a basis for designing the system.</a:t>
          </a:r>
        </a:p>
      </dsp:txBody>
      <dsp:txXfrm>
        <a:off x="6367493" y="2253325"/>
        <a:ext cx="4558917" cy="1255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A14B0-6D58-4EB4-B91E-2654B8F4406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BC0B1-800A-410E-B8CB-62872BD8B7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022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Madamshetty Department of IS</a:t>
            </a:r>
          </a:p>
        </p:txBody>
      </p:sp>
    </p:spTree>
    <p:extLst>
      <p:ext uri="{BB962C8B-B14F-4D97-AF65-F5344CB8AC3E}">
        <p14:creationId xmlns:p14="http://schemas.microsoft.com/office/powerpoint/2010/main" val="1779760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BC0B1-800A-410E-B8CB-62872BD8B7E0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227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F31D-1C17-E95B-B778-E062E4EC9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5340B-711B-776E-A971-2695A3416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07C6-8A13-F20B-0045-9554B71B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A6F3-37DD-6A09-E035-F9484F11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4305-F6BA-8F13-364B-A552BAA3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733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BDCE-942B-1797-1EF1-F46DA71D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7962-4550-29D9-07EF-4BBC18CE0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9254-4FF5-9EBC-3342-73218245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8E8B-AF08-236E-443A-01EB8922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A08CC-3399-E5D2-65CE-6C313A5D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484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C087-45FA-31EE-5117-3F2275F4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4E010-3F88-58AF-618F-8A9975571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DDCD-5E15-6987-706D-E3AA4A2D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15D7-25B7-844E-B88A-59ADC1F9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DDEA-27C6-69E7-6C8F-5270359E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14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130-C46D-1E48-04C9-327A49A1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CA45-8DF8-8A8F-64B9-981BDC0C5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6FFF6-AD6F-E0BA-A850-3A1F537F9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48FB-58B0-8339-DB6A-0D5B25F5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F4605-D08C-8C5C-8FEA-1BD91B69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28C9F-50DD-E5FE-7559-FC2DA0FA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788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1A7A-84C9-1730-DD9C-C29AD778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1D7DE-4B05-CFB2-966A-7FA8B263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2CB2-8092-134A-F2A4-6CFC2ED8E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14D9A-5606-BE39-7868-2583AF09A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B5A47-BB2C-EAF6-2605-99B7B4B6F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5E7A8-2ABD-A61C-E42E-133D1F1C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B4CC3-9578-4963-4FA3-D832E9B7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7D8DE-E2E1-CF75-A2E6-B8D1C9BF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1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6FD9-C794-49C9-DEC4-9EA23D74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A623-43A5-0A4B-2003-CEA16E97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4A34A-0725-99A8-C0CD-5FF054C3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9871F-1794-32EA-4D42-347B5166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705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4D626-8B51-0D68-51CD-86B7BB51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95998-FF32-62E5-94F0-9E2908F0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1C5D-552A-B0BC-7D9A-FE8D6265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988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9772-2EEE-5F60-05BE-E8A00E92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E23D-C65F-5FCE-4F4D-1A405497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1FFD4-9EDB-71AE-00BD-53F7560C0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717C4-DB89-AA03-BC85-0DB0F9B5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E399-592F-5F4D-E7DD-E6A3A04A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BC539-E5E5-2929-2548-6225140B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9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C584-7EFB-86AF-5466-FA2A3369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38817-752A-8EB1-E9C4-1654F1404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BB71C-90FA-5AED-9258-292C3719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BF64E-517E-703F-AF08-7FCD0B7E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600D-E40D-836D-39F5-2AD070F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EFC89-B111-4A7F-17B6-595D933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163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BB5A-13E0-6AAC-3ECA-B8EDD121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98DC8-CF97-46CF-7D96-5FF4BA7BF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BD35-0A26-FCFE-4B48-9B3C14E6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60AF-BF3D-60A1-0D57-FC08A0E7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9F56A-C0C0-E3A8-BD38-02DE7D23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611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D3F59-8BB8-B695-A411-28A2C50BE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4C83D-BB17-AA03-5556-D20FD4E80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57C8-FDE0-D0F8-D9E6-2ABFD11F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2381F-768F-998B-8690-D074355C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4BA6-77AC-CC0A-F768-BA2B2D8E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5362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275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8355" y="365125"/>
            <a:ext cx="561519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3498"/>
            <a:ext cx="10515600" cy="39685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413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3008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2425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402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0879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7725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1805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3688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4544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284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98" y="-1"/>
            <a:ext cx="4035902" cy="190607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872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51DE2-F462-34F4-9C6C-8FCBF384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F2F9-6732-1190-82CB-4A03F8BF2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251C9-91A1-71DB-2B8E-2E67F6F73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72153-F511-4A1E-9E49-93E84FE062B7}" type="datetimeFigureOut">
              <a:rPr lang="en-ZA" smtClean="0"/>
              <a:t>2026/02/24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787C-E5A3-0A30-E448-FE3EC8063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2E16-A899-F607-45B0-B9ECE5C80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575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 Madamshetty Department Of IS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9174" y="0"/>
            <a:ext cx="3237963" cy="19318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894473" y="-1"/>
            <a:ext cx="3297527" cy="193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3357154" y="2076994"/>
            <a:ext cx="5656217" cy="3827416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lvl="0" algn="ctr"/>
            <a:r>
              <a:rPr lang="en-US" sz="5400" dirty="0">
                <a:latin typeface="+mn-lt"/>
              </a:rPr>
              <a:t>INFORMATION SYSTEMS 3A</a:t>
            </a:r>
            <a:br>
              <a:rPr lang="en-US" sz="5400" dirty="0">
                <a:latin typeface="+mn-lt"/>
              </a:rPr>
            </a:br>
            <a:br>
              <a:rPr lang="en-US" sz="5400" dirty="0">
                <a:latin typeface="+mn-lt"/>
              </a:rPr>
            </a:br>
            <a:r>
              <a:rPr lang="en-US" sz="5400" dirty="0">
                <a:latin typeface="+mn-lt"/>
              </a:rPr>
              <a:t>Requirements Engineering Concepts</a:t>
            </a:r>
            <a:endParaRPr sz="5400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3D7A9-CDA1-4732-8CA0-2A470E848275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5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3674-1EAB-876C-09C2-1B7861DE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ZA" sz="4000" b="0" i="0" dirty="0">
                <a:effectLst/>
                <a:latin typeface="Arial" panose="020B0604020202020204" pitchFamily="34" charset="0"/>
              </a:rPr>
              <a:t>Contents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6504-BA5D-5A9E-E9F5-844097D0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98" y="1684415"/>
            <a:ext cx="5632314" cy="43288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 b="0" i="0" dirty="0">
                <a:effectLst/>
                <a:latin typeface="Arial" panose="020B0604020202020204" pitchFamily="34" charset="0"/>
              </a:rPr>
              <a:t>1. Requirement Engineering</a:t>
            </a:r>
          </a:p>
          <a:p>
            <a:pPr marL="0" indent="0">
              <a:buNone/>
            </a:pPr>
            <a:r>
              <a:rPr lang="en-ZA" sz="2000" dirty="0">
                <a:latin typeface="Arial" panose="020B0604020202020204" pitchFamily="34" charset="0"/>
              </a:rPr>
              <a:t>2</a:t>
            </a:r>
            <a:r>
              <a:rPr lang="en-ZA" sz="2000" b="0" i="0" dirty="0">
                <a:effectLst/>
                <a:latin typeface="Arial" panose="020B0604020202020204" pitchFamily="34" charset="0"/>
              </a:rPr>
              <a:t>. Introduce the Concept of User Requirements and System Requirements</a:t>
            </a:r>
          </a:p>
          <a:p>
            <a:pPr marL="0" indent="0">
              <a:buNone/>
            </a:pPr>
            <a:r>
              <a:rPr lang="en-ZA" sz="2000" dirty="0">
                <a:latin typeface="Arial" panose="020B0604020202020204" pitchFamily="34" charset="0"/>
              </a:rPr>
              <a:t>3. Establishing Groundwork</a:t>
            </a:r>
            <a:endParaRPr lang="en-ZA" sz="2000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ZA" sz="2000" b="0" i="0" dirty="0">
                <a:effectLst/>
                <a:latin typeface="Arial" panose="020B0604020202020204" pitchFamily="34" charset="0"/>
              </a:rPr>
              <a:t>4. </a:t>
            </a:r>
            <a:r>
              <a:rPr lang="en-ZA" sz="2000" dirty="0">
                <a:latin typeface="Arial" panose="020B0604020202020204" pitchFamily="34" charset="0"/>
              </a:rPr>
              <a:t>Functional and Non-Functional    Requirements</a:t>
            </a:r>
            <a:endParaRPr lang="en-ZA" sz="2000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ZA" sz="2000" b="0" i="0" dirty="0">
                <a:effectLst/>
                <a:latin typeface="Arial" panose="020B0604020202020204" pitchFamily="34" charset="0"/>
              </a:rPr>
              <a:t>5. Requirement engineering process.</a:t>
            </a:r>
          </a:p>
          <a:p>
            <a:pPr marL="0" indent="0">
              <a:buNone/>
            </a:pPr>
            <a:endParaRPr lang="en-ZA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23A5E86-BC10-FA9B-A7F2-A327FE93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7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51133-36DD-0648-55CB-4226D351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ZA" sz="34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is a Requirement</a:t>
            </a:r>
            <a:br>
              <a:rPr lang="en-ZA" sz="34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ZA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1C96-E41E-ACBE-4D6D-F53E94B37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24" y="1526345"/>
            <a:ext cx="10659626" cy="3683358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The software requirements are description of features and functionalities of the target system. 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Requirements convey the expectations of users from the software product. The requirements can be obvious or hidden, known or unknown, expected or unexpected from the client's point of view.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96203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0DF85-242F-A62B-7DA2-B3CDA107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Requirement Engineering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FEBE-40B8-E2D4-A2BB-59FC7D878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2060489"/>
            <a:ext cx="10593837" cy="3683358"/>
          </a:xfrm>
        </p:spPr>
        <p:txBody>
          <a:bodyPr anchor="ctr">
            <a:normAutofit/>
          </a:bodyPr>
          <a:lstStyle/>
          <a:p>
            <a:r>
              <a:rPr lang="en-US" sz="3200" b="0" i="0" dirty="0">
                <a:effectLst/>
                <a:latin typeface="Google Sans"/>
              </a:rPr>
              <a:t>Requirements engineering (RE) is the process of defining, documenting, and maintaining requirements in the engineering design process. </a:t>
            </a:r>
          </a:p>
          <a:p>
            <a:r>
              <a:rPr lang="en-GB" sz="3200" dirty="0"/>
              <a:t>The system requirements are the descriptions of the system services and constraints that are generated during the requirements engineering process.</a:t>
            </a:r>
          </a:p>
          <a:p>
            <a:endParaRPr lang="en-GB" sz="3600" dirty="0"/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117998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1A983-238D-5188-50F6-06CC7EA0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ZA" sz="2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Types of Requirements</a:t>
            </a:r>
            <a:br>
              <a:rPr lang="en-ZA" sz="2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ZA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7E294-67CF-AC14-6311-876F0939C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608926"/>
              </p:ext>
            </p:extLst>
          </p:nvPr>
        </p:nvGraphicFramePr>
        <p:xfrm>
          <a:off x="632085" y="1924820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709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Content Placeholder 3" descr="4.1 UserSysReqs.eps">
            <a:extLst>
              <a:ext uri="{FF2B5EF4-FFF2-40B4-BE49-F238E27FC236}">
                <a16:creationId xmlns:a16="http://schemas.microsoft.com/office/drawing/2014/main" id="{E9F201BE-7EF9-3767-02F9-98300137E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42722"/>
            <a:ext cx="7225748" cy="557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07294-7403-9ACA-E877-676D6611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Readers of different types of requirements specification </a:t>
            </a:r>
          </a:p>
        </p:txBody>
      </p:sp>
      <p:pic>
        <p:nvPicPr>
          <p:cNvPr id="4" name="Content Placeholder 3" descr="4.2 ReqReaders.eps">
            <a:extLst>
              <a:ext uri="{FF2B5EF4-FFF2-40B4-BE49-F238E27FC236}">
                <a16:creationId xmlns:a16="http://schemas.microsoft.com/office/drawing/2014/main" id="{E0363115-CAD3-C248-BAA1-91A723DE3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506" y="1966293"/>
            <a:ext cx="794098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796DC-BE3B-D145-0F55-2129F1C8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B676B4-639D-EF69-FDA2-C560A4429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5201E-58B0-EFFD-38DE-4D66595E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ECF6E-F093-9353-0DEE-EB76261C8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EDC80-C0D7-90BF-6C66-044F6BBDB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14A01-B43D-E080-31D4-0B6C0AB76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B8B49-5184-173F-64FD-03C089E3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Establishing Groundwork</a:t>
            </a:r>
            <a:endParaRPr lang="en-ZA" sz="3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D467-614F-1A3F-03C9-688F1887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891970"/>
            <a:ext cx="9724031" cy="368335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</a:t>
            </a:r>
            <a:r>
              <a:rPr lang="en-US" sz="2000" b="1" dirty="0"/>
              <a:t>Identifying the stakeholders:</a:t>
            </a:r>
            <a:br>
              <a:rPr lang="en-US" sz="2000" dirty="0"/>
            </a:br>
            <a:r>
              <a:rPr lang="en-US" sz="2000" dirty="0"/>
              <a:t>• Any person who benefits directly or indirectly from the system being developed is a stakeholder.</a:t>
            </a:r>
            <a:br>
              <a:rPr lang="en-US" sz="2000" dirty="0"/>
            </a:br>
            <a:r>
              <a:rPr lang="en-US" sz="2000" dirty="0"/>
              <a:t>• Examples: Business operations managers, product managers, marketing people, internal and external customers, end-users, consultants, product engineers, software engineers, developers, testers and support/maintenance engineers are the usual stakeholders.</a:t>
            </a:r>
            <a:br>
              <a:rPr lang="en-US" sz="2000" dirty="0"/>
            </a:br>
            <a:r>
              <a:rPr lang="en-US" sz="2000" dirty="0"/>
              <a:t>• Each stakeholder sees the system differently, gains different benefits when the system is successfully developed.</a:t>
            </a:r>
            <a:br>
              <a:rPr lang="en-US" sz="2000" dirty="0"/>
            </a:br>
            <a:r>
              <a:rPr lang="en-US" sz="2000" dirty="0"/>
              <a:t>•They also faces different risks if the development effort fails.</a:t>
            </a:r>
          </a:p>
        </p:txBody>
      </p:sp>
    </p:spTree>
    <p:extLst>
      <p:ext uri="{BB962C8B-B14F-4D97-AF65-F5344CB8AC3E}">
        <p14:creationId xmlns:p14="http://schemas.microsoft.com/office/powerpoint/2010/main" val="395702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FB7B4-E12D-9A94-FEB2-E3EB0686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FE6CE7-7C3F-1F24-5882-AEE6319E0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0EEE51-7264-7F46-63CD-E7EB7344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0BC24F-167F-EF71-4C2B-303EE71BA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50A584-6B24-F8D9-1387-144BD566D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C051F-5086-B956-B636-D2AF85DC8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C0CF6-A462-F11C-2130-AB161F59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Establishing Groundwork….</a:t>
            </a:r>
            <a:endParaRPr lang="en-ZA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21CB-4A2B-C3D3-3728-21BFE16D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19148"/>
            <a:ext cx="9724031" cy="3685788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Recognizing Multiple Viewpoints:</a:t>
            </a:r>
            <a:br>
              <a:rPr lang="en-US" sz="1800" dirty="0"/>
            </a:br>
            <a:r>
              <a:rPr lang="en-US" sz="1800" dirty="0"/>
              <a:t>• Because there are so many different stakeholders, the system's requirements will be examined from various perspectives.</a:t>
            </a:r>
            <a:br>
              <a:rPr lang="en-US" sz="1800" dirty="0"/>
            </a:br>
            <a:r>
              <a:rPr lang="en-US" sz="1800" dirty="0"/>
              <a:t>• Each of these stakeholders will contribute data to the requirements engineering process.</a:t>
            </a:r>
            <a:br>
              <a:rPr lang="en-US" sz="1800" dirty="0"/>
            </a:br>
            <a:r>
              <a:rPr lang="en-US" sz="1800" dirty="0"/>
              <a:t>• As information is gathered from multiple viewpoints, collecting requirements may be inconsistent or contradictory.</a:t>
            </a:r>
            <a:br>
              <a:rPr lang="en-US" sz="1800" dirty="0"/>
            </a:br>
            <a:r>
              <a:rPr lang="en-US" sz="1800" dirty="0"/>
              <a:t>• You should categories all stakeholder information so that decision-makers can select a consistent set of system requirements for the system.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268101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9E0F9-A19A-0583-900E-022BB7F7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13E922-3CAA-012E-0800-85CB0015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9825E-CC49-7493-05B6-969EE1E7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912118-C35D-F254-6D68-5550C1869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33651B-A57D-F5FE-3525-895C3C7EE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A6ECD5-845B-2434-8136-E24102464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0343-052C-F0AB-0881-D7FA55D8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Establishing Groundwork….</a:t>
            </a:r>
            <a:endParaRPr lang="en-ZA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4807-3F90-1676-82F0-CC145A902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Working toward Collaboration:</a:t>
            </a:r>
            <a:br>
              <a:rPr lang="en-US" sz="2400" dirty="0"/>
            </a:br>
            <a:r>
              <a:rPr lang="en-US" dirty="0"/>
              <a:t>• If there are five stakeholders involved in a software project, there may be five different opinions on the set of requirements.</a:t>
            </a:r>
            <a:br>
              <a:rPr lang="en-US" sz="2400" dirty="0"/>
            </a:br>
            <a:r>
              <a:rPr lang="en-US" dirty="0"/>
              <a:t>• Customers must work together with software development team to create a successful system.</a:t>
            </a:r>
            <a:br>
              <a:rPr lang="en-US" sz="2400" dirty="0"/>
            </a:br>
            <a:r>
              <a:rPr lang="en-US" dirty="0"/>
              <a:t>• A requirements engineer's job is to identify areas of commonality requirement as well as areas of conflict requirements.</a:t>
            </a:r>
            <a:br>
              <a:rPr lang="en-US" sz="2400" dirty="0"/>
            </a:br>
            <a:r>
              <a:rPr lang="en-US" dirty="0"/>
              <a:t>• At the end project head &amp; requirement engineer may decide on which requirements are accepted.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674596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4E068-1F88-12FC-246E-4A1E7EF6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267ECE-85DE-4E91-E326-C0438625D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B4C1BE-66D9-9BF2-9125-C9086F978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875E7-CAC2-DFC7-E101-9339BE645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A156E-1BF8-21E7-14B1-4CA6F28D9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A8F625-47D9-BA7C-4E6B-B18B78B3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6831D-7258-C60F-5265-81772E21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Functional and 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3400" dirty="0">
                <a:solidFill>
                  <a:srgbClr val="FFFFFF"/>
                </a:solidFill>
              </a:rPr>
              <a:t>Non-functional requirements</a:t>
            </a:r>
            <a:endParaRPr lang="en-ZA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F6E23-DD46-CAAB-A12E-D52AF548A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Functional requirements</a:t>
            </a:r>
          </a:p>
          <a:p>
            <a:r>
              <a:rPr lang="en-US" sz="2400" dirty="0"/>
              <a:t>In software development, functional requirements describe what a system should do, defining its features and functionalities.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 Functional requirements define "what" a system does.</a:t>
            </a:r>
          </a:p>
          <a:p>
            <a:pPr marL="0" indent="0">
              <a:buNone/>
            </a:pPr>
            <a:r>
              <a:rPr lang="en-US" sz="2400" b="1" dirty="0"/>
              <a:t>Non-functional requirements</a:t>
            </a:r>
          </a:p>
          <a:p>
            <a:r>
              <a:rPr lang="en-US" sz="2400" dirty="0"/>
              <a:t>Non-functional requirements specify how the system should behave, focusing on qualities like performance, security, usability, and reliability, essentially defining the system's quality attributes rather than its specific actions.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Non-functional requirements define "how well" it does it. 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90434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E88675-3247-7A9F-C2CD-F45DC7DD6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1" y="457200"/>
            <a:ext cx="990599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6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29E1C-7E2F-7E73-EC1D-11A83C62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nonfunctional requirement 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4.3 Non-functionalReq.eps">
            <a:extLst>
              <a:ext uri="{FF2B5EF4-FFF2-40B4-BE49-F238E27FC236}">
                <a16:creationId xmlns:a16="http://schemas.microsoft.com/office/drawing/2014/main" id="{2A5763C8-70FD-D4AD-C733-AFEB00D61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309" y="1966293"/>
            <a:ext cx="792538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0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8C372-A39F-F178-66DD-B4A1B6FB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0DFBB9-1039-AC28-8FFC-3E4D9E887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DBFB2-7677-4152-682B-EB9D8DDD0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34A98-DA49-41D8-768E-CAB01076C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3FC6D3-FF87-A3E8-0ED4-2AAAE7904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90802-F1BE-52C5-5AB0-43D3350D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2D4B1-460E-67BA-BAF2-47DE6197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ZA" sz="3200" b="1" dirty="0">
                <a:solidFill>
                  <a:schemeClr val="bg2"/>
                </a:solidFill>
              </a:rPr>
              <a:t>Tasks in requirements engineering</a:t>
            </a:r>
            <a:endParaRPr lang="en-ZA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3690-6B4B-00A9-73A7-90E2ED4A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08030"/>
            <a:ext cx="9724031" cy="429352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Key tasks in requirements engineering involve systematically identifying, analyzing, documenting, and managing system requirements to ensure stakeholders' needs are met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3B850-34FD-E2FE-200E-B414FBAA8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605" y="3117286"/>
            <a:ext cx="6239256" cy="337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24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F1C82-4A77-4908-1131-C535956F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Requirement Engineering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6AE2C-2E2D-2EAE-84AC-0C19D1DB3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153414"/>
            <a:ext cx="11327549" cy="407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5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06B08-1C4D-7928-9F58-5200B843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7674F82-E3E7-C325-A4E8-FF63D9790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B542C8-0A28-2EB8-75B7-5AC146BA2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B9EA0-FDCC-0FA0-3B8F-BFC20624A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DEB1EE-AF92-78F3-7CB3-F228CEA0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09AD6-0F10-9A94-C4E5-C48081A4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Requirements engineering processes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3CA8A2-02AC-548D-78C5-418EC711DE5B}"/>
              </a:ext>
            </a:extLst>
          </p:cNvPr>
          <p:cNvSpPr txBox="1">
            <a:spLocks/>
          </p:cNvSpPr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525EDF77-A18D-7488-F473-C2B10900A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31" y="1675227"/>
            <a:ext cx="726313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19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EC7B8-9451-18B7-F5DD-C7C4A8DB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E3E30F-923F-60D6-66D1-3148A8932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E70A4-2035-FEC1-16D6-9C4972161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A5D4BB-A1CC-7A02-3E7E-B129128A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F76B1-CA2E-FF0E-FE5C-7CE9082AD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6C4E86-17D8-061E-40E8-0049BDF6C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E327B-6945-78BB-9DA8-8323F0FD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Step 1: Requirements elicitation &amp; Analysis</a:t>
            </a:r>
            <a:endParaRPr lang="en-Z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2D79-354E-81F3-F491-F84C474A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91970"/>
            <a:ext cx="10603885" cy="4411064"/>
          </a:xfrm>
        </p:spPr>
        <p:txBody>
          <a:bodyPr anchor="ctr">
            <a:normAutofit/>
          </a:bodyPr>
          <a:lstStyle/>
          <a:p>
            <a:r>
              <a:rPr lang="en-US" sz="1800" dirty="0"/>
              <a:t>Requirements elicitation is the process of gathering actual requirements about the needs and expectations of stakeholders for a software system.</a:t>
            </a:r>
          </a:p>
          <a:p>
            <a:r>
              <a:rPr lang="en-US" sz="1800" dirty="0"/>
              <a:t> To understand customers, business manuals, the existing software of same type, standards and other stakeholders of the project.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Techniques of Requirements Elicitation:</a:t>
            </a:r>
            <a:br>
              <a:rPr lang="en-US" sz="1800" dirty="0"/>
            </a:br>
            <a:r>
              <a:rPr lang="en-US" sz="1800" dirty="0"/>
              <a:t>1. </a:t>
            </a:r>
            <a:r>
              <a:rPr lang="en-US" sz="1800" b="1" dirty="0"/>
              <a:t>Interviews</a:t>
            </a:r>
            <a:r>
              <a:rPr lang="en-US" sz="1800" dirty="0"/>
              <a:t>: One-on-one conversations with stakeholders to gather information about their needs and expectations.</a:t>
            </a:r>
            <a:br>
              <a:rPr lang="en-US" sz="1800" dirty="0"/>
            </a:br>
            <a:r>
              <a:rPr lang="en-US" sz="1800" dirty="0"/>
              <a:t>2.</a:t>
            </a:r>
            <a:r>
              <a:rPr lang="en-US" sz="1800" b="1" dirty="0"/>
              <a:t> Surveys</a:t>
            </a:r>
            <a:r>
              <a:rPr lang="en-US" sz="1800" dirty="0"/>
              <a:t>: These are questionnaires that are distributed to stakeholders to gather information.</a:t>
            </a:r>
            <a:br>
              <a:rPr lang="en-US" sz="1800" dirty="0"/>
            </a:br>
            <a:r>
              <a:rPr lang="en-US" sz="1800" dirty="0"/>
              <a:t>3. </a:t>
            </a:r>
            <a:r>
              <a:rPr lang="en-US" sz="1800" b="1" dirty="0"/>
              <a:t>Focus Groups</a:t>
            </a:r>
            <a:r>
              <a:rPr lang="en-US" sz="1800" dirty="0"/>
              <a:t>: Small groups of stakeholders who are brought together to discuss their needs.</a:t>
            </a:r>
            <a:br>
              <a:rPr lang="en-US" sz="1800" dirty="0"/>
            </a:br>
            <a:r>
              <a:rPr lang="en-US" sz="1800" dirty="0"/>
              <a:t>4. </a:t>
            </a:r>
            <a:r>
              <a:rPr lang="en-US" sz="1800" b="1" dirty="0"/>
              <a:t>Observation</a:t>
            </a:r>
            <a:r>
              <a:rPr lang="en-US" sz="1800" dirty="0"/>
              <a:t>: Observing the stakeholders in their work environment to gather information.</a:t>
            </a:r>
            <a:br>
              <a:rPr lang="en-US" sz="1800" dirty="0"/>
            </a:br>
            <a:r>
              <a:rPr lang="en-US" sz="1800" dirty="0"/>
              <a:t>5. </a:t>
            </a:r>
            <a:r>
              <a:rPr lang="en-US" sz="1800" b="1" dirty="0"/>
              <a:t>Prototyping</a:t>
            </a:r>
            <a:r>
              <a:rPr lang="en-US" sz="1800" dirty="0"/>
              <a:t>: Creating a working model of the software system, which can be used to gather feedback from stakeholders and to validate requirements.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215473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81D84-C4AF-C22F-F235-8971CDD7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Challenges of  </a:t>
            </a:r>
            <a:r>
              <a:rPr lang="en-GB" sz="4000" b="1" dirty="0">
                <a:solidFill>
                  <a:srgbClr val="FFFFFF"/>
                </a:solidFill>
              </a:rPr>
              <a:t>requirements elicitation</a:t>
            </a:r>
            <a:endParaRPr lang="en-Z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E5B9-F910-C7C5-42CA-773ADDFD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149" y="1885279"/>
            <a:ext cx="9724031" cy="3683358"/>
          </a:xfrm>
        </p:spPr>
        <p:txBody>
          <a:bodyPr anchor="ctr">
            <a:normAutofit/>
          </a:bodyPr>
          <a:lstStyle/>
          <a:p>
            <a:pPr lvl="1"/>
            <a:r>
              <a:rPr lang="en-ZA" dirty="0">
                <a:cs typeface="Aharoni" panose="02010803020104030203" pitchFamily="2" charset="-79"/>
              </a:rPr>
              <a:t>Clients don’t always understand ICT and hence, find it difficult to express what they want the system to do</a:t>
            </a:r>
          </a:p>
          <a:p>
            <a:pPr lvl="1"/>
            <a:r>
              <a:rPr lang="en-ZA" dirty="0">
                <a:cs typeface="Aharoni" panose="02010803020104030203" pitchFamily="2" charset="-79"/>
              </a:rPr>
              <a:t>Developers don’t always understand implicit knowledge of the business domain</a:t>
            </a:r>
          </a:p>
          <a:p>
            <a:pPr lvl="1"/>
            <a:r>
              <a:rPr lang="en-ZA" dirty="0">
                <a:cs typeface="Aharoni" panose="02010803020104030203" pitchFamily="2" charset="-79"/>
              </a:rPr>
              <a:t>Stakeholders will have different perspectives on the software.</a:t>
            </a:r>
          </a:p>
          <a:p>
            <a:pPr lvl="1"/>
            <a:r>
              <a:rPr lang="en-ZA" dirty="0">
                <a:cs typeface="Aharoni" panose="02010803020104030203" pitchFamily="2" charset="-79"/>
              </a:rPr>
              <a:t>Political influence on requirements</a:t>
            </a:r>
          </a:p>
          <a:p>
            <a:pPr lvl="1"/>
            <a:r>
              <a:rPr lang="en-ZA" dirty="0">
                <a:cs typeface="Aharoni" panose="02010803020104030203" pitchFamily="2" charset="-79"/>
              </a:rPr>
              <a:t>Requirements change during this stage </a:t>
            </a:r>
          </a:p>
          <a:p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4066700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09804-046C-5458-E51A-84B9F48E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Step 2: Software Requirements specification</a:t>
            </a:r>
            <a:endParaRPr lang="en-Z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E563-3875-2C71-F507-2E29000FE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7500" lnSpcReduction="20000"/>
          </a:bodyPr>
          <a:lstStyle/>
          <a:p>
            <a:r>
              <a:rPr lang="en-US" dirty="0"/>
              <a:t>Requirements received from client are written in natural language.</a:t>
            </a:r>
          </a:p>
          <a:p>
            <a:r>
              <a:rPr lang="en-US" dirty="0"/>
              <a:t>After collecting, System analyst to document the requirements in technical language.</a:t>
            </a:r>
          </a:p>
          <a:p>
            <a:r>
              <a:rPr lang="en-US" dirty="0"/>
              <a:t>SRS include Data Flow Diagram, Data Dictionary, Entity Relationship diagram.</a:t>
            </a:r>
            <a:br>
              <a:rPr lang="en-US" sz="2000" dirty="0"/>
            </a:br>
            <a:br>
              <a:rPr lang="en-US" sz="2000" dirty="0"/>
            </a:br>
            <a:r>
              <a:rPr lang="en-US" b="1" dirty="0"/>
              <a:t>SRS defines</a:t>
            </a:r>
          </a:p>
          <a:p>
            <a:r>
              <a:rPr lang="en-US" dirty="0"/>
              <a:t>How the intended software will interact with hardware.</a:t>
            </a:r>
            <a:endParaRPr lang="en-US" sz="2000" dirty="0"/>
          </a:p>
          <a:p>
            <a:r>
              <a:rPr lang="en-US" dirty="0"/>
              <a:t>External interface / GUI</a:t>
            </a:r>
            <a:endParaRPr lang="en-US" sz="2000" dirty="0"/>
          </a:p>
          <a:p>
            <a:r>
              <a:rPr lang="en-US" dirty="0"/>
              <a:t>Speed of operation, Response time of system</a:t>
            </a:r>
          </a:p>
          <a:p>
            <a:r>
              <a:rPr lang="en-US" dirty="0"/>
              <a:t> Portability of software across various platforms</a:t>
            </a:r>
          </a:p>
          <a:p>
            <a:r>
              <a:rPr lang="en-US" dirty="0"/>
              <a:t>Maintainability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52015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0AA6A-81CD-9573-F5BE-0ACF3E0B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6A047-7EF4-B4C1-49E5-6BC01A70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Users of a Requirement document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2E7799-FE87-AD06-8123-17269BB4B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81" r="1016"/>
          <a:stretch/>
        </p:blipFill>
        <p:spPr>
          <a:xfrm>
            <a:off x="4502428" y="890956"/>
            <a:ext cx="7225748" cy="50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9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D318F-5DE5-D0D7-B507-2181AC50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Step 3: Software Requirements validation</a:t>
            </a:r>
            <a:endParaRPr lang="en-Z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92B8-7D61-3306-9824-FDF1098C8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59405"/>
            <a:ext cx="9724031" cy="3683358"/>
          </a:xfrm>
        </p:spPr>
        <p:txBody>
          <a:bodyPr anchor="ctr">
            <a:normAutofit fontScale="85000" lnSpcReduction="20000"/>
          </a:bodyPr>
          <a:lstStyle/>
          <a:p>
            <a:r>
              <a:rPr lang="en-US" dirty="0"/>
              <a:t>After SRS developed, the requirements discussed in this document are validated or tested.</a:t>
            </a:r>
          </a:p>
          <a:p>
            <a:r>
              <a:rPr lang="en-US" dirty="0"/>
              <a:t>Requirement validation done through Requirement reviews taken by customers,</a:t>
            </a:r>
            <a:br>
              <a:rPr lang="en-US" sz="2000" dirty="0"/>
            </a:br>
            <a:r>
              <a:rPr lang="en-US" dirty="0"/>
              <a:t>After</a:t>
            </a:r>
            <a:r>
              <a:rPr lang="en-US" sz="2000" dirty="0"/>
              <a:t> </a:t>
            </a:r>
            <a:r>
              <a:rPr lang="en-US" dirty="0"/>
              <a:t>developing prototyping check with customers &amp; Test case generations.</a:t>
            </a:r>
            <a:br>
              <a:rPr lang="en-US" sz="2000" dirty="0"/>
            </a:br>
            <a:br>
              <a:rPr lang="en-US" sz="2000" dirty="0"/>
            </a:br>
            <a:r>
              <a:rPr lang="en-US" b="1" dirty="0"/>
              <a:t>Requirements can be the check against the following conditions:</a:t>
            </a:r>
            <a:endParaRPr lang="en-US" sz="2000" b="1" dirty="0"/>
          </a:p>
          <a:p>
            <a:pPr lvl="1"/>
            <a:r>
              <a:rPr lang="en-US" dirty="0"/>
              <a:t>If they can practically implement.</a:t>
            </a:r>
          </a:p>
          <a:p>
            <a:pPr lvl="1"/>
            <a:r>
              <a:rPr lang="en-US" dirty="0"/>
              <a:t>If they are correct and as per the functionality and specially of software.</a:t>
            </a:r>
          </a:p>
          <a:p>
            <a:pPr lvl="1"/>
            <a:r>
              <a:rPr lang="en-US" dirty="0"/>
              <a:t>If there are any ambiguities.</a:t>
            </a:r>
            <a:endParaRPr lang="en-US" sz="1600" dirty="0"/>
          </a:p>
          <a:p>
            <a:pPr lvl="1"/>
            <a:r>
              <a:rPr lang="en-US" dirty="0"/>
              <a:t>If they can describe</a:t>
            </a:r>
            <a:endParaRPr lang="en-US" sz="1600" dirty="0"/>
          </a:p>
          <a:p>
            <a:pPr lvl="1"/>
            <a:r>
              <a:rPr lang="en-US" dirty="0"/>
              <a:t>Any changing or additional requirement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3784718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43CC2-9046-057D-DC53-12E7EB09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9129E6-3212-0156-3EE2-23D4C3D7C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2DC3F-C047-8227-2F98-530E6B95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29FD-2D4E-5A4F-A5EB-DD49E8FEF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61B5DB-524A-87AF-E79B-825139A99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5764BC-0259-EB53-5C99-49EC4952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FA303-8418-B17C-E0B4-98545796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Step 4: Software Requirements Management</a:t>
            </a:r>
            <a:endParaRPr lang="en-Z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C359-567E-03A5-DF69-78E568393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531170"/>
          </a:xfrm>
        </p:spPr>
        <p:txBody>
          <a:bodyPr anchor="ctr">
            <a:normAutofit fontScale="92500"/>
          </a:bodyPr>
          <a:lstStyle/>
          <a:p>
            <a:r>
              <a:rPr lang="en-US" sz="2400" b="0" i="0" dirty="0">
                <a:solidFill>
                  <a:srgbClr val="222222"/>
                </a:solidFill>
                <a:effectLst/>
              </a:rPr>
              <a:t>Requirement management is the process of managing changing requirements during the requirements engineering process.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i="0" dirty="0">
                <a:solidFill>
                  <a:srgbClr val="222222"/>
                </a:solidFill>
                <a:effectLst/>
              </a:rPr>
              <a:t>Activities involved in Requirement Management: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</a:rPr>
              <a:t>Tracking &amp; Controlling Changes: Handling changing requirements from customers.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</a:rPr>
              <a:t>Version Control: Keeping track of different versions of system.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</a:rPr>
              <a:t>Traceability: Trace to software is design, develop or test as per requirements or not.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</a:rPr>
              <a:t>Communication: If changing requirements has any issues contact with clients within time.</a:t>
            </a:r>
          </a:p>
          <a:p>
            <a:pPr lvl="1"/>
            <a:r>
              <a:rPr lang="en-US" sz="2000" b="0" i="0" dirty="0">
                <a:solidFill>
                  <a:srgbClr val="222222"/>
                </a:solidFill>
                <a:effectLst/>
              </a:rPr>
              <a:t>Monitoring &amp; Reporting: Monitoring development process &amp; report the status.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283925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1100</Words>
  <Application>Microsoft Office PowerPoint</Application>
  <PresentationFormat>Widescreen</PresentationFormat>
  <Paragraphs>82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Aharoni</vt:lpstr>
      <vt:lpstr>Aptos</vt:lpstr>
      <vt:lpstr>Aptos Display</vt:lpstr>
      <vt:lpstr>Arial</vt:lpstr>
      <vt:lpstr>Calibri</vt:lpstr>
      <vt:lpstr>Calibri Light</vt:lpstr>
      <vt:lpstr>Google Sans</vt:lpstr>
      <vt:lpstr>Office Theme</vt:lpstr>
      <vt:lpstr>1_Office Theme</vt:lpstr>
      <vt:lpstr>INFORMATION SYSTEMS 3A  Requirements Engineering Concepts</vt:lpstr>
      <vt:lpstr>Contents</vt:lpstr>
      <vt:lpstr>What is a Requirement </vt:lpstr>
      <vt:lpstr>Requirement Engineering</vt:lpstr>
      <vt:lpstr>Types of Requirements </vt:lpstr>
      <vt:lpstr>PowerPoint Presentation</vt:lpstr>
      <vt:lpstr>Readers of different types of requirements specification </vt:lpstr>
      <vt:lpstr>Establishing Groundwork</vt:lpstr>
      <vt:lpstr>Establishing Groundwork….</vt:lpstr>
      <vt:lpstr>Establishing Groundwork….</vt:lpstr>
      <vt:lpstr>Functional and  Non-functional requirements</vt:lpstr>
      <vt:lpstr>PowerPoint Presentation</vt:lpstr>
      <vt:lpstr>Types of nonfunctional requirement  </vt:lpstr>
      <vt:lpstr>Tasks in requirements engineering</vt:lpstr>
      <vt:lpstr>Requirement Engineering Process</vt:lpstr>
      <vt:lpstr>Requirements engineering processes </vt:lpstr>
      <vt:lpstr>Step 1: Requirements elicitation &amp; Analysis</vt:lpstr>
      <vt:lpstr>Challenges of  requirements elicitation</vt:lpstr>
      <vt:lpstr>Step 2: Software Requirements specification</vt:lpstr>
      <vt:lpstr>Users of a Requirement document</vt:lpstr>
      <vt:lpstr>Step 3: Software Requirements validation</vt:lpstr>
      <vt:lpstr>Step 4: Software Requirements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Noxolo Pretty Cele</dc:creator>
  <cp:lastModifiedBy>Noxolo Pretty Cele</cp:lastModifiedBy>
  <cp:revision>3</cp:revision>
  <dcterms:created xsi:type="dcterms:W3CDTF">2025-02-19T16:41:01Z</dcterms:created>
  <dcterms:modified xsi:type="dcterms:W3CDTF">2026-02-25T05:16:38Z</dcterms:modified>
</cp:coreProperties>
</file>