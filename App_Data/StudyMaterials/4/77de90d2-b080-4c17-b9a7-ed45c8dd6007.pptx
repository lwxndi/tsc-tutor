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4" r:id="rId2"/>
  </p:sldMasterIdLst>
  <p:notesMasterIdLst>
    <p:notesMasterId r:id="rId35"/>
  </p:notesMasterIdLst>
  <p:sldIdLst>
    <p:sldId id="321" r:id="rId3"/>
    <p:sldId id="257" r:id="rId4"/>
    <p:sldId id="326" r:id="rId5"/>
    <p:sldId id="328" r:id="rId6"/>
    <p:sldId id="329" r:id="rId7"/>
    <p:sldId id="330" r:id="rId8"/>
    <p:sldId id="331" r:id="rId9"/>
    <p:sldId id="336" r:id="rId10"/>
    <p:sldId id="332" r:id="rId11"/>
    <p:sldId id="333" r:id="rId12"/>
    <p:sldId id="334" r:id="rId13"/>
    <p:sldId id="350" r:id="rId14"/>
    <p:sldId id="339" r:id="rId15"/>
    <p:sldId id="335" r:id="rId16"/>
    <p:sldId id="325" r:id="rId17"/>
    <p:sldId id="351" r:id="rId18"/>
    <p:sldId id="338" r:id="rId19"/>
    <p:sldId id="340" r:id="rId20"/>
    <p:sldId id="341" r:id="rId21"/>
    <p:sldId id="342" r:id="rId22"/>
    <p:sldId id="343" r:id="rId23"/>
    <p:sldId id="344" r:id="rId24"/>
    <p:sldId id="345" r:id="rId25"/>
    <p:sldId id="346" r:id="rId26"/>
    <p:sldId id="347" r:id="rId27"/>
    <p:sldId id="348" r:id="rId28"/>
    <p:sldId id="349" r:id="rId29"/>
    <p:sldId id="353" r:id="rId30"/>
    <p:sldId id="354" r:id="rId31"/>
    <p:sldId id="355" r:id="rId32"/>
    <p:sldId id="356" r:id="rId33"/>
    <p:sldId id="357"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83" d="100"/>
          <a:sy n="83" d="100"/>
        </p:scale>
        <p:origin x="435"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ableStyles" Target="tableStyles.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notesMaster" Target="notesMasters/notesMaster1.xml"/><Relationship Id="rId8" Type="http://schemas.openxmlformats.org/officeDocument/2006/relationships/slide" Target="slides/slide6.xml"/><Relationship Id="rId3" Type="http://schemas.openxmlformats.org/officeDocument/2006/relationships/slide" Target="slides/slid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oxolo Pretty Cele" userId="c0214832-da79-4e77-9892-7642ead81f7d" providerId="ADAL" clId="{38C75C36-08D6-456C-B4B9-DF9254900FEF}"/>
    <pc:docChg chg="undo custSel delSld modSld sldOrd">
      <pc:chgData name="Noxolo Pretty Cele" userId="c0214832-da79-4e77-9892-7642ead81f7d" providerId="ADAL" clId="{38C75C36-08D6-456C-B4B9-DF9254900FEF}" dt="2026-03-05T11:43:24.684" v="475" actId="20577"/>
      <pc:docMkLst>
        <pc:docMk/>
      </pc:docMkLst>
      <pc:sldChg chg="modSp mod">
        <pc:chgData name="Noxolo Pretty Cele" userId="c0214832-da79-4e77-9892-7642ead81f7d" providerId="ADAL" clId="{38C75C36-08D6-456C-B4B9-DF9254900FEF}" dt="2026-03-02T07:14:18.157" v="1" actId="20577"/>
        <pc:sldMkLst>
          <pc:docMk/>
          <pc:sldMk cId="75954246" sldId="321"/>
        </pc:sldMkLst>
        <pc:spChg chg="mod">
          <ac:chgData name="Noxolo Pretty Cele" userId="c0214832-da79-4e77-9892-7642ead81f7d" providerId="ADAL" clId="{38C75C36-08D6-456C-B4B9-DF9254900FEF}" dt="2026-03-02T07:14:18.157" v="1" actId="20577"/>
          <ac:spMkLst>
            <pc:docMk/>
            <pc:sldMk cId="75954246" sldId="321"/>
            <ac:spMk id="2" creationId="{00000000-0000-0000-0000-000000000000}"/>
          </ac:spMkLst>
        </pc:spChg>
      </pc:sldChg>
      <pc:sldChg chg="modSp mod">
        <pc:chgData name="Noxolo Pretty Cele" userId="c0214832-da79-4e77-9892-7642ead81f7d" providerId="ADAL" clId="{38C75C36-08D6-456C-B4B9-DF9254900FEF}" dt="2026-03-05T11:43:24.684" v="475" actId="20577"/>
        <pc:sldMkLst>
          <pc:docMk/>
          <pc:sldMk cId="3220008454" sldId="325"/>
        </pc:sldMkLst>
        <pc:spChg chg="mod">
          <ac:chgData name="Noxolo Pretty Cele" userId="c0214832-da79-4e77-9892-7642ead81f7d" providerId="ADAL" clId="{38C75C36-08D6-456C-B4B9-DF9254900FEF}" dt="2026-03-05T11:43:24.684" v="475" actId="20577"/>
          <ac:spMkLst>
            <pc:docMk/>
            <pc:sldMk cId="3220008454" sldId="325"/>
            <ac:spMk id="3" creationId="{575CDB34-1AEB-48AD-9B36-B380BB00F499}"/>
          </ac:spMkLst>
        </pc:spChg>
      </pc:sldChg>
      <pc:sldChg chg="modSp mod">
        <pc:chgData name="Noxolo Pretty Cele" userId="c0214832-da79-4e77-9892-7642ead81f7d" providerId="ADAL" clId="{38C75C36-08D6-456C-B4B9-DF9254900FEF}" dt="2026-03-03T15:53:14.084" v="218" actId="113"/>
        <pc:sldMkLst>
          <pc:docMk/>
          <pc:sldMk cId="3853081533" sldId="328"/>
        </pc:sldMkLst>
        <pc:spChg chg="mod">
          <ac:chgData name="Noxolo Pretty Cele" userId="c0214832-da79-4e77-9892-7642ead81f7d" providerId="ADAL" clId="{38C75C36-08D6-456C-B4B9-DF9254900FEF}" dt="2026-03-03T15:53:14.084" v="218" actId="113"/>
          <ac:spMkLst>
            <pc:docMk/>
            <pc:sldMk cId="3853081533" sldId="328"/>
            <ac:spMk id="2" creationId="{252998D7-88CF-7B37-AFEC-9B378979E856}"/>
          </ac:spMkLst>
        </pc:spChg>
        <pc:spChg chg="mod">
          <ac:chgData name="Noxolo Pretty Cele" userId="c0214832-da79-4e77-9892-7642ead81f7d" providerId="ADAL" clId="{38C75C36-08D6-456C-B4B9-DF9254900FEF}" dt="2026-03-03T15:50:54.949" v="181" actId="20577"/>
          <ac:spMkLst>
            <pc:docMk/>
            <pc:sldMk cId="3853081533" sldId="328"/>
            <ac:spMk id="3" creationId="{7479A4E5-6308-0C58-D95E-7D65FCF4E6A2}"/>
          </ac:spMkLst>
        </pc:spChg>
      </pc:sldChg>
      <pc:sldChg chg="modSp mod">
        <pc:chgData name="Noxolo Pretty Cele" userId="c0214832-da79-4e77-9892-7642ead81f7d" providerId="ADAL" clId="{38C75C36-08D6-456C-B4B9-DF9254900FEF}" dt="2026-03-03T15:57:31.926" v="366" actId="20577"/>
        <pc:sldMkLst>
          <pc:docMk/>
          <pc:sldMk cId="1454733523" sldId="329"/>
        </pc:sldMkLst>
        <pc:spChg chg="mod">
          <ac:chgData name="Noxolo Pretty Cele" userId="c0214832-da79-4e77-9892-7642ead81f7d" providerId="ADAL" clId="{38C75C36-08D6-456C-B4B9-DF9254900FEF}" dt="2026-03-03T15:57:31.926" v="366" actId="20577"/>
          <ac:spMkLst>
            <pc:docMk/>
            <pc:sldMk cId="1454733523" sldId="329"/>
            <ac:spMk id="3" creationId="{CC6233DB-467C-50F5-D5AA-CF984A0FF48D}"/>
          </ac:spMkLst>
        </pc:spChg>
      </pc:sldChg>
      <pc:sldChg chg="modSp mod ord">
        <pc:chgData name="Noxolo Pretty Cele" userId="c0214832-da79-4e77-9892-7642ead81f7d" providerId="ADAL" clId="{38C75C36-08D6-456C-B4B9-DF9254900FEF}" dt="2026-03-03T16:05:10.012" v="412" actId="20577"/>
        <pc:sldMkLst>
          <pc:docMk/>
          <pc:sldMk cId="1075727204" sldId="330"/>
        </pc:sldMkLst>
        <pc:spChg chg="mod">
          <ac:chgData name="Noxolo Pretty Cele" userId="c0214832-da79-4e77-9892-7642ead81f7d" providerId="ADAL" clId="{38C75C36-08D6-456C-B4B9-DF9254900FEF}" dt="2026-03-03T16:05:10.012" v="412" actId="20577"/>
          <ac:spMkLst>
            <pc:docMk/>
            <pc:sldMk cId="1075727204" sldId="330"/>
            <ac:spMk id="3" creationId="{AD7C61ED-76AC-3CE3-7F12-63DA9AEACFAE}"/>
          </ac:spMkLst>
        </pc:spChg>
      </pc:sldChg>
      <pc:sldChg chg="modSp mod ord">
        <pc:chgData name="Noxolo Pretty Cele" userId="c0214832-da79-4e77-9892-7642ead81f7d" providerId="ADAL" clId="{38C75C36-08D6-456C-B4B9-DF9254900FEF}" dt="2026-03-03T16:23:36.679" v="446" actId="5793"/>
        <pc:sldMkLst>
          <pc:docMk/>
          <pc:sldMk cId="467788507" sldId="331"/>
        </pc:sldMkLst>
        <pc:spChg chg="mod">
          <ac:chgData name="Noxolo Pretty Cele" userId="c0214832-da79-4e77-9892-7642ead81f7d" providerId="ADAL" clId="{38C75C36-08D6-456C-B4B9-DF9254900FEF}" dt="2026-03-03T16:23:36.679" v="446" actId="5793"/>
          <ac:spMkLst>
            <pc:docMk/>
            <pc:sldMk cId="467788507" sldId="331"/>
            <ac:spMk id="3" creationId="{FBFCFC8E-22FB-B293-F867-4C917FBF319B}"/>
          </ac:spMkLst>
        </pc:spChg>
      </pc:sldChg>
      <pc:sldChg chg="ord">
        <pc:chgData name="Noxolo Pretty Cele" userId="c0214832-da79-4e77-9892-7642ead81f7d" providerId="ADAL" clId="{38C75C36-08D6-456C-B4B9-DF9254900FEF}" dt="2026-03-03T16:08:50.481" v="414"/>
        <pc:sldMkLst>
          <pc:docMk/>
          <pc:sldMk cId="4238896748" sldId="332"/>
        </pc:sldMkLst>
      </pc:sldChg>
      <pc:sldChg chg="modSp mod ord">
        <pc:chgData name="Noxolo Pretty Cele" userId="c0214832-da79-4e77-9892-7642ead81f7d" providerId="ADAL" clId="{38C75C36-08D6-456C-B4B9-DF9254900FEF}" dt="2026-03-03T20:27:07.081" v="449" actId="20577"/>
        <pc:sldMkLst>
          <pc:docMk/>
          <pc:sldMk cId="73107630" sldId="333"/>
        </pc:sldMkLst>
        <pc:spChg chg="mod">
          <ac:chgData name="Noxolo Pretty Cele" userId="c0214832-da79-4e77-9892-7642ead81f7d" providerId="ADAL" clId="{38C75C36-08D6-456C-B4B9-DF9254900FEF}" dt="2026-03-03T20:27:07.081" v="449" actId="20577"/>
          <ac:spMkLst>
            <pc:docMk/>
            <pc:sldMk cId="73107630" sldId="333"/>
            <ac:spMk id="3" creationId="{45100EA3-CF95-E659-3814-C6C7375FCDBB}"/>
          </ac:spMkLst>
        </pc:spChg>
      </pc:sldChg>
      <pc:sldChg chg="ord">
        <pc:chgData name="Noxolo Pretty Cele" userId="c0214832-da79-4e77-9892-7642ead81f7d" providerId="ADAL" clId="{38C75C36-08D6-456C-B4B9-DF9254900FEF}" dt="2026-03-03T16:09:24.647" v="418"/>
        <pc:sldMkLst>
          <pc:docMk/>
          <pc:sldMk cId="2301668773" sldId="334"/>
        </pc:sldMkLst>
      </pc:sldChg>
      <pc:sldChg chg="modSp mod">
        <pc:chgData name="Noxolo Pretty Cele" userId="c0214832-da79-4e77-9892-7642ead81f7d" providerId="ADAL" clId="{38C75C36-08D6-456C-B4B9-DF9254900FEF}" dt="2026-03-05T11:39:56.305" v="470" actId="1036"/>
        <pc:sldMkLst>
          <pc:docMk/>
          <pc:sldMk cId="930080606" sldId="339"/>
        </pc:sldMkLst>
        <pc:picChg chg="mod">
          <ac:chgData name="Noxolo Pretty Cele" userId="c0214832-da79-4e77-9892-7642ead81f7d" providerId="ADAL" clId="{38C75C36-08D6-456C-B4B9-DF9254900FEF}" dt="2026-03-05T11:39:56.305" v="470" actId="1036"/>
          <ac:picMkLst>
            <pc:docMk/>
            <pc:sldMk cId="930080606" sldId="339"/>
            <ac:picMk id="4" creationId="{DDFDE122-E071-3549-CDD4-F84CF6D08332}"/>
          </ac:picMkLst>
        </pc:picChg>
      </pc:sldChg>
      <pc:sldChg chg="modSp mod">
        <pc:chgData name="Noxolo Pretty Cele" userId="c0214832-da79-4e77-9892-7642ead81f7d" providerId="ADAL" clId="{38C75C36-08D6-456C-B4B9-DF9254900FEF}" dt="2026-03-03T16:18:55.056" v="424" actId="20577"/>
        <pc:sldMkLst>
          <pc:docMk/>
          <pc:sldMk cId="2136327945" sldId="340"/>
        </pc:sldMkLst>
        <pc:spChg chg="mod">
          <ac:chgData name="Noxolo Pretty Cele" userId="c0214832-da79-4e77-9892-7642ead81f7d" providerId="ADAL" clId="{38C75C36-08D6-456C-B4B9-DF9254900FEF}" dt="2026-03-03T16:18:55.056" v="424" actId="20577"/>
          <ac:spMkLst>
            <pc:docMk/>
            <pc:sldMk cId="2136327945" sldId="340"/>
            <ac:spMk id="3" creationId="{1B8ABC7C-9A38-2FF9-10D6-3AC8672061EB}"/>
          </ac:spMkLst>
        </pc:spChg>
      </pc:sldChg>
      <pc:sldChg chg="ord">
        <pc:chgData name="Noxolo Pretty Cele" userId="c0214832-da79-4e77-9892-7642ead81f7d" providerId="ADAL" clId="{38C75C36-08D6-456C-B4B9-DF9254900FEF}" dt="2026-03-03T16:09:27.021" v="420"/>
        <pc:sldMkLst>
          <pc:docMk/>
          <pc:sldMk cId="3488614726" sldId="350"/>
        </pc:sldMkLst>
      </pc:sldChg>
      <pc:sldChg chg="modSp mod">
        <pc:chgData name="Noxolo Pretty Cele" userId="c0214832-da79-4e77-9892-7642ead81f7d" providerId="ADAL" clId="{38C75C36-08D6-456C-B4B9-DF9254900FEF}" dt="2026-03-04T09:41:46.716" v="468" actId="113"/>
        <pc:sldMkLst>
          <pc:docMk/>
          <pc:sldMk cId="939984770" sldId="351"/>
        </pc:sldMkLst>
        <pc:spChg chg="mod">
          <ac:chgData name="Noxolo Pretty Cele" userId="c0214832-da79-4e77-9892-7642ead81f7d" providerId="ADAL" clId="{38C75C36-08D6-456C-B4B9-DF9254900FEF}" dt="2026-03-04T09:41:13.062" v="458" actId="20577"/>
          <ac:spMkLst>
            <pc:docMk/>
            <pc:sldMk cId="939984770" sldId="351"/>
            <ac:spMk id="2" creationId="{9EE7BDA2-2063-DA31-97B9-35A21C868A33}"/>
          </ac:spMkLst>
        </pc:spChg>
        <pc:spChg chg="mod">
          <ac:chgData name="Noxolo Pretty Cele" userId="c0214832-da79-4e77-9892-7642ead81f7d" providerId="ADAL" clId="{38C75C36-08D6-456C-B4B9-DF9254900FEF}" dt="2026-03-04T09:41:46.716" v="468" actId="113"/>
          <ac:spMkLst>
            <pc:docMk/>
            <pc:sldMk cId="939984770" sldId="351"/>
            <ac:spMk id="3" creationId="{75AF491D-F711-6F21-AB4A-A65ED79D2731}"/>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Z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472298B-823C-4D36-AA90-238FBBE30D67}" type="datetimeFigureOut">
              <a:rPr lang="en-ZA" smtClean="0"/>
              <a:t>2026/03/04</a:t>
            </a:fld>
            <a:endParaRPr lang="en-Z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Z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Z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51A831A-4618-44F7-85C4-6D2631B2248F}" type="slidenum">
              <a:rPr lang="en-ZA" smtClean="0"/>
              <a:t>‹#›</a:t>
            </a:fld>
            <a:endParaRPr lang="en-ZA"/>
          </a:p>
        </p:txBody>
      </p:sp>
    </p:spTree>
    <p:extLst>
      <p:ext uri="{BB962C8B-B14F-4D97-AF65-F5344CB8AC3E}">
        <p14:creationId xmlns:p14="http://schemas.microsoft.com/office/powerpoint/2010/main" val="41869650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35f391192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 name="Google Shape;61;g35f391192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 name="Date Placeholder 1"/>
          <p:cNvSpPr>
            <a:spLocks noGrp="1"/>
          </p:cNvSpPr>
          <p:nvPr>
            <p:ph type="dt"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2022</a:t>
            </a:r>
          </a:p>
        </p:txBody>
      </p:sp>
      <p:sp>
        <p:nvSpPr>
          <p:cNvPr id="3" name="Footer Placeholder 2"/>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L Madamshetty Department of IS</a:t>
            </a:r>
          </a:p>
        </p:txBody>
      </p:sp>
    </p:spTree>
    <p:extLst>
      <p:ext uri="{BB962C8B-B14F-4D97-AF65-F5344CB8AC3E}">
        <p14:creationId xmlns:p14="http://schemas.microsoft.com/office/powerpoint/2010/main" val="17797604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ZA"/>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ZA"/>
          </a:p>
        </p:txBody>
      </p:sp>
      <p:sp>
        <p:nvSpPr>
          <p:cNvPr id="4" name="Date Placeholder 3"/>
          <p:cNvSpPr>
            <a:spLocks noGrp="1"/>
          </p:cNvSpPr>
          <p:nvPr>
            <p:ph type="dt" sz="half" idx="10"/>
          </p:nvPr>
        </p:nvSpPr>
        <p:spPr/>
        <p:txBody>
          <a:bodyPr/>
          <a:lstStyle/>
          <a:p>
            <a:r>
              <a:rPr lang="en-ZA"/>
              <a:t>2022</a:t>
            </a:r>
          </a:p>
        </p:txBody>
      </p:sp>
      <p:sp>
        <p:nvSpPr>
          <p:cNvPr id="5" name="Footer Placeholder 4"/>
          <p:cNvSpPr>
            <a:spLocks noGrp="1"/>
          </p:cNvSpPr>
          <p:nvPr>
            <p:ph type="ftr" sz="quarter" idx="11"/>
          </p:nvPr>
        </p:nvSpPr>
        <p:spPr/>
        <p:txBody>
          <a:bodyPr/>
          <a:lstStyle/>
          <a:p>
            <a:r>
              <a:rPr lang="en-US"/>
              <a:t>L Madamshetty Department Of IS</a:t>
            </a:r>
            <a:endParaRPr lang="en-ZA"/>
          </a:p>
        </p:txBody>
      </p:sp>
      <p:sp>
        <p:nvSpPr>
          <p:cNvPr id="6" name="Slide Number Placeholder 5"/>
          <p:cNvSpPr>
            <a:spLocks noGrp="1"/>
          </p:cNvSpPr>
          <p:nvPr>
            <p:ph type="sldNum" sz="quarter" idx="12"/>
          </p:nvPr>
        </p:nvSpPr>
        <p:spPr/>
        <p:txBody>
          <a:bodyPr/>
          <a:lstStyle/>
          <a:p>
            <a:fld id="{EF03D7A9-CDA1-4732-8CA0-2A470E848275}" type="slidenum">
              <a:rPr lang="en-ZA" smtClean="0"/>
              <a:t>‹#›</a:t>
            </a:fld>
            <a:endParaRPr lang="en-ZA"/>
          </a:p>
        </p:txBody>
      </p:sp>
    </p:spTree>
    <p:extLst>
      <p:ext uri="{BB962C8B-B14F-4D97-AF65-F5344CB8AC3E}">
        <p14:creationId xmlns:p14="http://schemas.microsoft.com/office/powerpoint/2010/main" val="26633641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ZA"/>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p:cNvSpPr>
            <a:spLocks noGrp="1"/>
          </p:cNvSpPr>
          <p:nvPr>
            <p:ph type="dt" sz="half" idx="10"/>
          </p:nvPr>
        </p:nvSpPr>
        <p:spPr/>
        <p:txBody>
          <a:bodyPr/>
          <a:lstStyle/>
          <a:p>
            <a:r>
              <a:rPr lang="en-ZA"/>
              <a:t>2022</a:t>
            </a:r>
          </a:p>
        </p:txBody>
      </p:sp>
      <p:sp>
        <p:nvSpPr>
          <p:cNvPr id="5" name="Footer Placeholder 4"/>
          <p:cNvSpPr>
            <a:spLocks noGrp="1"/>
          </p:cNvSpPr>
          <p:nvPr>
            <p:ph type="ftr" sz="quarter" idx="11"/>
          </p:nvPr>
        </p:nvSpPr>
        <p:spPr/>
        <p:txBody>
          <a:bodyPr/>
          <a:lstStyle/>
          <a:p>
            <a:r>
              <a:rPr lang="en-US"/>
              <a:t>L Madamshetty Department Of IS</a:t>
            </a:r>
            <a:endParaRPr lang="en-ZA"/>
          </a:p>
        </p:txBody>
      </p:sp>
      <p:sp>
        <p:nvSpPr>
          <p:cNvPr id="6" name="Slide Number Placeholder 5"/>
          <p:cNvSpPr>
            <a:spLocks noGrp="1"/>
          </p:cNvSpPr>
          <p:nvPr>
            <p:ph type="sldNum" sz="quarter" idx="12"/>
          </p:nvPr>
        </p:nvSpPr>
        <p:spPr/>
        <p:txBody>
          <a:bodyPr/>
          <a:lstStyle/>
          <a:p>
            <a:fld id="{EF03D7A9-CDA1-4732-8CA0-2A470E848275}" type="slidenum">
              <a:rPr lang="en-ZA" smtClean="0"/>
              <a:t>‹#›</a:t>
            </a:fld>
            <a:endParaRPr lang="en-ZA"/>
          </a:p>
        </p:txBody>
      </p:sp>
    </p:spTree>
    <p:extLst>
      <p:ext uri="{BB962C8B-B14F-4D97-AF65-F5344CB8AC3E}">
        <p14:creationId xmlns:p14="http://schemas.microsoft.com/office/powerpoint/2010/main" val="32141732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ZA"/>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r>
              <a:rPr lang="en-ZA"/>
              <a:t>2022</a:t>
            </a:r>
          </a:p>
        </p:txBody>
      </p:sp>
      <p:sp>
        <p:nvSpPr>
          <p:cNvPr id="5" name="Footer Placeholder 4"/>
          <p:cNvSpPr>
            <a:spLocks noGrp="1"/>
          </p:cNvSpPr>
          <p:nvPr>
            <p:ph type="ftr" sz="quarter" idx="11"/>
          </p:nvPr>
        </p:nvSpPr>
        <p:spPr/>
        <p:txBody>
          <a:bodyPr/>
          <a:lstStyle/>
          <a:p>
            <a:r>
              <a:rPr lang="en-US"/>
              <a:t>L Madamshetty Department Of IS</a:t>
            </a:r>
            <a:endParaRPr lang="en-ZA"/>
          </a:p>
        </p:txBody>
      </p:sp>
      <p:sp>
        <p:nvSpPr>
          <p:cNvPr id="6" name="Slide Number Placeholder 5"/>
          <p:cNvSpPr>
            <a:spLocks noGrp="1"/>
          </p:cNvSpPr>
          <p:nvPr>
            <p:ph type="sldNum" sz="quarter" idx="12"/>
          </p:nvPr>
        </p:nvSpPr>
        <p:spPr/>
        <p:txBody>
          <a:bodyPr/>
          <a:lstStyle/>
          <a:p>
            <a:fld id="{EF03D7A9-CDA1-4732-8CA0-2A470E848275}" type="slidenum">
              <a:rPr lang="en-ZA" smtClean="0"/>
              <a:t>‹#›</a:t>
            </a:fld>
            <a:endParaRPr lang="en-ZA"/>
          </a:p>
        </p:txBody>
      </p:sp>
    </p:spTree>
    <p:extLst>
      <p:ext uri="{BB962C8B-B14F-4D97-AF65-F5344CB8AC3E}">
        <p14:creationId xmlns:p14="http://schemas.microsoft.com/office/powerpoint/2010/main" val="5620085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ZA"/>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Date Placeholder 4"/>
          <p:cNvSpPr>
            <a:spLocks noGrp="1"/>
          </p:cNvSpPr>
          <p:nvPr>
            <p:ph type="dt" sz="half" idx="10"/>
          </p:nvPr>
        </p:nvSpPr>
        <p:spPr/>
        <p:txBody>
          <a:bodyPr/>
          <a:lstStyle/>
          <a:p>
            <a:r>
              <a:rPr lang="en-ZA"/>
              <a:t>2022</a:t>
            </a:r>
          </a:p>
        </p:txBody>
      </p:sp>
      <p:sp>
        <p:nvSpPr>
          <p:cNvPr id="6" name="Footer Placeholder 5"/>
          <p:cNvSpPr>
            <a:spLocks noGrp="1"/>
          </p:cNvSpPr>
          <p:nvPr>
            <p:ph type="ftr" sz="quarter" idx="11"/>
          </p:nvPr>
        </p:nvSpPr>
        <p:spPr/>
        <p:txBody>
          <a:bodyPr/>
          <a:lstStyle/>
          <a:p>
            <a:r>
              <a:rPr lang="en-US"/>
              <a:t>L Madamshetty Department Of IS</a:t>
            </a:r>
            <a:endParaRPr lang="en-ZA"/>
          </a:p>
        </p:txBody>
      </p:sp>
      <p:sp>
        <p:nvSpPr>
          <p:cNvPr id="7" name="Slide Number Placeholder 6"/>
          <p:cNvSpPr>
            <a:spLocks noGrp="1"/>
          </p:cNvSpPr>
          <p:nvPr>
            <p:ph type="sldNum" sz="quarter" idx="12"/>
          </p:nvPr>
        </p:nvSpPr>
        <p:spPr/>
        <p:txBody>
          <a:bodyPr/>
          <a:lstStyle/>
          <a:p>
            <a:fld id="{EF03D7A9-CDA1-4732-8CA0-2A470E848275}" type="slidenum">
              <a:rPr lang="en-ZA" smtClean="0"/>
              <a:t>‹#›</a:t>
            </a:fld>
            <a:endParaRPr lang="en-ZA"/>
          </a:p>
        </p:txBody>
      </p:sp>
    </p:spTree>
    <p:extLst>
      <p:ext uri="{BB962C8B-B14F-4D97-AF65-F5344CB8AC3E}">
        <p14:creationId xmlns:p14="http://schemas.microsoft.com/office/powerpoint/2010/main" val="41778714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ZA"/>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7" name="Date Placeholder 6"/>
          <p:cNvSpPr>
            <a:spLocks noGrp="1"/>
          </p:cNvSpPr>
          <p:nvPr>
            <p:ph type="dt" sz="half" idx="10"/>
          </p:nvPr>
        </p:nvSpPr>
        <p:spPr/>
        <p:txBody>
          <a:bodyPr/>
          <a:lstStyle/>
          <a:p>
            <a:r>
              <a:rPr lang="en-ZA"/>
              <a:t>2022</a:t>
            </a:r>
          </a:p>
        </p:txBody>
      </p:sp>
      <p:sp>
        <p:nvSpPr>
          <p:cNvPr id="8" name="Footer Placeholder 7"/>
          <p:cNvSpPr>
            <a:spLocks noGrp="1"/>
          </p:cNvSpPr>
          <p:nvPr>
            <p:ph type="ftr" sz="quarter" idx="11"/>
          </p:nvPr>
        </p:nvSpPr>
        <p:spPr/>
        <p:txBody>
          <a:bodyPr/>
          <a:lstStyle/>
          <a:p>
            <a:r>
              <a:rPr lang="en-US"/>
              <a:t>L Madamshetty Department Of IS</a:t>
            </a:r>
            <a:endParaRPr lang="en-ZA"/>
          </a:p>
        </p:txBody>
      </p:sp>
      <p:sp>
        <p:nvSpPr>
          <p:cNvPr id="9" name="Slide Number Placeholder 8"/>
          <p:cNvSpPr>
            <a:spLocks noGrp="1"/>
          </p:cNvSpPr>
          <p:nvPr>
            <p:ph type="sldNum" sz="quarter" idx="12"/>
          </p:nvPr>
        </p:nvSpPr>
        <p:spPr/>
        <p:txBody>
          <a:bodyPr/>
          <a:lstStyle/>
          <a:p>
            <a:fld id="{EF03D7A9-CDA1-4732-8CA0-2A470E848275}" type="slidenum">
              <a:rPr lang="en-ZA" smtClean="0"/>
              <a:t>‹#›</a:t>
            </a:fld>
            <a:endParaRPr lang="en-ZA"/>
          </a:p>
        </p:txBody>
      </p:sp>
    </p:spTree>
    <p:extLst>
      <p:ext uri="{BB962C8B-B14F-4D97-AF65-F5344CB8AC3E}">
        <p14:creationId xmlns:p14="http://schemas.microsoft.com/office/powerpoint/2010/main" val="20371372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ZA"/>
          </a:p>
        </p:txBody>
      </p:sp>
      <p:sp>
        <p:nvSpPr>
          <p:cNvPr id="3" name="Date Placeholder 2"/>
          <p:cNvSpPr>
            <a:spLocks noGrp="1"/>
          </p:cNvSpPr>
          <p:nvPr>
            <p:ph type="dt" sz="half" idx="10"/>
          </p:nvPr>
        </p:nvSpPr>
        <p:spPr/>
        <p:txBody>
          <a:bodyPr/>
          <a:lstStyle/>
          <a:p>
            <a:r>
              <a:rPr lang="en-ZA"/>
              <a:t>2022</a:t>
            </a:r>
          </a:p>
        </p:txBody>
      </p:sp>
      <p:sp>
        <p:nvSpPr>
          <p:cNvPr id="4" name="Footer Placeholder 3"/>
          <p:cNvSpPr>
            <a:spLocks noGrp="1"/>
          </p:cNvSpPr>
          <p:nvPr>
            <p:ph type="ftr" sz="quarter" idx="11"/>
          </p:nvPr>
        </p:nvSpPr>
        <p:spPr/>
        <p:txBody>
          <a:bodyPr/>
          <a:lstStyle/>
          <a:p>
            <a:r>
              <a:rPr lang="en-US"/>
              <a:t>L Madamshetty Department Of IS</a:t>
            </a:r>
            <a:endParaRPr lang="en-ZA"/>
          </a:p>
        </p:txBody>
      </p:sp>
      <p:sp>
        <p:nvSpPr>
          <p:cNvPr id="5" name="Slide Number Placeholder 4"/>
          <p:cNvSpPr>
            <a:spLocks noGrp="1"/>
          </p:cNvSpPr>
          <p:nvPr>
            <p:ph type="sldNum" sz="quarter" idx="12"/>
          </p:nvPr>
        </p:nvSpPr>
        <p:spPr/>
        <p:txBody>
          <a:bodyPr/>
          <a:lstStyle/>
          <a:p>
            <a:fld id="{EF03D7A9-CDA1-4732-8CA0-2A470E848275}" type="slidenum">
              <a:rPr lang="en-ZA" smtClean="0"/>
              <a:t>‹#›</a:t>
            </a:fld>
            <a:endParaRPr lang="en-ZA"/>
          </a:p>
        </p:txBody>
      </p:sp>
    </p:spTree>
    <p:extLst>
      <p:ext uri="{BB962C8B-B14F-4D97-AF65-F5344CB8AC3E}">
        <p14:creationId xmlns:p14="http://schemas.microsoft.com/office/powerpoint/2010/main" val="11304506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ZA"/>
              <a:t>2022</a:t>
            </a:r>
          </a:p>
        </p:txBody>
      </p:sp>
      <p:sp>
        <p:nvSpPr>
          <p:cNvPr id="3" name="Footer Placeholder 2"/>
          <p:cNvSpPr>
            <a:spLocks noGrp="1"/>
          </p:cNvSpPr>
          <p:nvPr>
            <p:ph type="ftr" sz="quarter" idx="11"/>
          </p:nvPr>
        </p:nvSpPr>
        <p:spPr/>
        <p:txBody>
          <a:bodyPr/>
          <a:lstStyle/>
          <a:p>
            <a:r>
              <a:rPr lang="en-US"/>
              <a:t>L Madamshetty Department Of IS</a:t>
            </a:r>
            <a:endParaRPr lang="en-ZA"/>
          </a:p>
        </p:txBody>
      </p:sp>
      <p:sp>
        <p:nvSpPr>
          <p:cNvPr id="4" name="Slide Number Placeholder 3"/>
          <p:cNvSpPr>
            <a:spLocks noGrp="1"/>
          </p:cNvSpPr>
          <p:nvPr>
            <p:ph type="sldNum" sz="quarter" idx="12"/>
          </p:nvPr>
        </p:nvSpPr>
        <p:spPr/>
        <p:txBody>
          <a:bodyPr/>
          <a:lstStyle/>
          <a:p>
            <a:fld id="{EF03D7A9-CDA1-4732-8CA0-2A470E848275}" type="slidenum">
              <a:rPr lang="en-ZA" smtClean="0"/>
              <a:t>‹#›</a:t>
            </a:fld>
            <a:endParaRPr lang="en-ZA"/>
          </a:p>
        </p:txBody>
      </p:sp>
    </p:spTree>
    <p:extLst>
      <p:ext uri="{BB962C8B-B14F-4D97-AF65-F5344CB8AC3E}">
        <p14:creationId xmlns:p14="http://schemas.microsoft.com/office/powerpoint/2010/main" val="28846308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A"/>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r>
              <a:rPr lang="en-ZA"/>
              <a:t>2022</a:t>
            </a:r>
          </a:p>
        </p:txBody>
      </p:sp>
      <p:sp>
        <p:nvSpPr>
          <p:cNvPr id="6" name="Footer Placeholder 5"/>
          <p:cNvSpPr>
            <a:spLocks noGrp="1"/>
          </p:cNvSpPr>
          <p:nvPr>
            <p:ph type="ftr" sz="quarter" idx="11"/>
          </p:nvPr>
        </p:nvSpPr>
        <p:spPr/>
        <p:txBody>
          <a:bodyPr/>
          <a:lstStyle/>
          <a:p>
            <a:r>
              <a:rPr lang="en-US"/>
              <a:t>L Madamshetty Department Of IS</a:t>
            </a:r>
            <a:endParaRPr lang="en-ZA"/>
          </a:p>
        </p:txBody>
      </p:sp>
      <p:sp>
        <p:nvSpPr>
          <p:cNvPr id="7" name="Slide Number Placeholder 6"/>
          <p:cNvSpPr>
            <a:spLocks noGrp="1"/>
          </p:cNvSpPr>
          <p:nvPr>
            <p:ph type="sldNum" sz="quarter" idx="12"/>
          </p:nvPr>
        </p:nvSpPr>
        <p:spPr/>
        <p:txBody>
          <a:bodyPr/>
          <a:lstStyle/>
          <a:p>
            <a:fld id="{EF03D7A9-CDA1-4732-8CA0-2A470E848275}" type="slidenum">
              <a:rPr lang="en-ZA" smtClean="0"/>
              <a:t>‹#›</a:t>
            </a:fld>
            <a:endParaRPr lang="en-ZA"/>
          </a:p>
        </p:txBody>
      </p:sp>
    </p:spTree>
    <p:extLst>
      <p:ext uri="{BB962C8B-B14F-4D97-AF65-F5344CB8AC3E}">
        <p14:creationId xmlns:p14="http://schemas.microsoft.com/office/powerpoint/2010/main" val="22963864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A"/>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ZA"/>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r>
              <a:rPr lang="en-ZA"/>
              <a:t>2022</a:t>
            </a:r>
          </a:p>
        </p:txBody>
      </p:sp>
      <p:sp>
        <p:nvSpPr>
          <p:cNvPr id="6" name="Footer Placeholder 5"/>
          <p:cNvSpPr>
            <a:spLocks noGrp="1"/>
          </p:cNvSpPr>
          <p:nvPr>
            <p:ph type="ftr" sz="quarter" idx="11"/>
          </p:nvPr>
        </p:nvSpPr>
        <p:spPr/>
        <p:txBody>
          <a:bodyPr/>
          <a:lstStyle/>
          <a:p>
            <a:r>
              <a:rPr lang="en-US"/>
              <a:t>L Madamshetty Department Of IS</a:t>
            </a:r>
            <a:endParaRPr lang="en-ZA"/>
          </a:p>
        </p:txBody>
      </p:sp>
      <p:sp>
        <p:nvSpPr>
          <p:cNvPr id="7" name="Slide Number Placeholder 6"/>
          <p:cNvSpPr>
            <a:spLocks noGrp="1"/>
          </p:cNvSpPr>
          <p:nvPr>
            <p:ph type="sldNum" sz="quarter" idx="12"/>
          </p:nvPr>
        </p:nvSpPr>
        <p:spPr/>
        <p:txBody>
          <a:bodyPr/>
          <a:lstStyle/>
          <a:p>
            <a:fld id="{EF03D7A9-CDA1-4732-8CA0-2A470E848275}" type="slidenum">
              <a:rPr lang="en-ZA" smtClean="0"/>
              <a:t>‹#›</a:t>
            </a:fld>
            <a:endParaRPr lang="en-ZA"/>
          </a:p>
        </p:txBody>
      </p:sp>
    </p:spTree>
    <p:extLst>
      <p:ext uri="{BB962C8B-B14F-4D97-AF65-F5344CB8AC3E}">
        <p14:creationId xmlns:p14="http://schemas.microsoft.com/office/powerpoint/2010/main" val="41208698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ZA"/>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p:cNvSpPr>
            <a:spLocks noGrp="1"/>
          </p:cNvSpPr>
          <p:nvPr>
            <p:ph type="dt" sz="half" idx="10"/>
          </p:nvPr>
        </p:nvSpPr>
        <p:spPr/>
        <p:txBody>
          <a:bodyPr/>
          <a:lstStyle/>
          <a:p>
            <a:r>
              <a:rPr lang="en-ZA"/>
              <a:t>2022</a:t>
            </a:r>
          </a:p>
        </p:txBody>
      </p:sp>
      <p:sp>
        <p:nvSpPr>
          <p:cNvPr id="5" name="Footer Placeholder 4"/>
          <p:cNvSpPr>
            <a:spLocks noGrp="1"/>
          </p:cNvSpPr>
          <p:nvPr>
            <p:ph type="ftr" sz="quarter" idx="11"/>
          </p:nvPr>
        </p:nvSpPr>
        <p:spPr/>
        <p:txBody>
          <a:bodyPr/>
          <a:lstStyle/>
          <a:p>
            <a:r>
              <a:rPr lang="en-US"/>
              <a:t>L Madamshetty Department Of IS</a:t>
            </a:r>
            <a:endParaRPr lang="en-ZA"/>
          </a:p>
        </p:txBody>
      </p:sp>
      <p:sp>
        <p:nvSpPr>
          <p:cNvPr id="6" name="Slide Number Placeholder 5"/>
          <p:cNvSpPr>
            <a:spLocks noGrp="1"/>
          </p:cNvSpPr>
          <p:nvPr>
            <p:ph type="sldNum" sz="quarter" idx="12"/>
          </p:nvPr>
        </p:nvSpPr>
        <p:spPr/>
        <p:txBody>
          <a:bodyPr/>
          <a:lstStyle/>
          <a:p>
            <a:fld id="{EF03D7A9-CDA1-4732-8CA0-2A470E848275}" type="slidenum">
              <a:rPr lang="en-ZA" smtClean="0"/>
              <a:t>‹#›</a:t>
            </a:fld>
            <a:endParaRPr lang="en-ZA"/>
          </a:p>
        </p:txBody>
      </p:sp>
    </p:spTree>
    <p:extLst>
      <p:ext uri="{BB962C8B-B14F-4D97-AF65-F5344CB8AC3E}">
        <p14:creationId xmlns:p14="http://schemas.microsoft.com/office/powerpoint/2010/main" val="3229908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ZA"/>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p:cNvSpPr>
            <a:spLocks noGrp="1"/>
          </p:cNvSpPr>
          <p:nvPr>
            <p:ph type="dt" sz="half" idx="10"/>
          </p:nvPr>
        </p:nvSpPr>
        <p:spPr/>
        <p:txBody>
          <a:bodyPr/>
          <a:lstStyle/>
          <a:p>
            <a:r>
              <a:rPr lang="en-ZA"/>
              <a:t>2022</a:t>
            </a:r>
          </a:p>
        </p:txBody>
      </p:sp>
      <p:sp>
        <p:nvSpPr>
          <p:cNvPr id="5" name="Footer Placeholder 4"/>
          <p:cNvSpPr>
            <a:spLocks noGrp="1"/>
          </p:cNvSpPr>
          <p:nvPr>
            <p:ph type="ftr" sz="quarter" idx="11"/>
          </p:nvPr>
        </p:nvSpPr>
        <p:spPr/>
        <p:txBody>
          <a:bodyPr/>
          <a:lstStyle/>
          <a:p>
            <a:r>
              <a:rPr lang="en-US"/>
              <a:t>L Madamshetty Department Of IS</a:t>
            </a:r>
            <a:endParaRPr lang="en-ZA"/>
          </a:p>
        </p:txBody>
      </p:sp>
      <p:sp>
        <p:nvSpPr>
          <p:cNvPr id="6" name="Slide Number Placeholder 5"/>
          <p:cNvSpPr>
            <a:spLocks noGrp="1"/>
          </p:cNvSpPr>
          <p:nvPr>
            <p:ph type="sldNum" sz="quarter" idx="12"/>
          </p:nvPr>
        </p:nvSpPr>
        <p:spPr/>
        <p:txBody>
          <a:bodyPr/>
          <a:lstStyle/>
          <a:p>
            <a:fld id="{EF03D7A9-CDA1-4732-8CA0-2A470E848275}" type="slidenum">
              <a:rPr lang="en-ZA" smtClean="0"/>
              <a:t>‹#›</a:t>
            </a:fld>
            <a:endParaRPr lang="en-ZA"/>
          </a:p>
        </p:txBody>
      </p:sp>
    </p:spTree>
    <p:extLst>
      <p:ext uri="{BB962C8B-B14F-4D97-AF65-F5344CB8AC3E}">
        <p14:creationId xmlns:p14="http://schemas.microsoft.com/office/powerpoint/2010/main" val="41763454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1435100" y="2484800"/>
            <a:ext cx="6616800" cy="1888400"/>
          </a:xfrm>
          <a:prstGeom prst="rect">
            <a:avLst/>
          </a:prstGeom>
        </p:spPr>
        <p:txBody>
          <a:bodyPr spcFirstLastPara="1" wrap="square" lIns="0" tIns="0" rIns="0" bIns="0" anchor="ctr" anchorCtr="0">
            <a:noAutofit/>
          </a:bodyPr>
          <a:lstStyle>
            <a:lvl1pPr lvl="0">
              <a:lnSpc>
                <a:spcPct val="90000"/>
              </a:lnSpc>
              <a:spcBef>
                <a:spcPts val="0"/>
              </a:spcBef>
              <a:spcAft>
                <a:spcPts val="0"/>
              </a:spcAft>
              <a:buSzPts val="4800"/>
              <a:buNone/>
              <a:defRPr/>
            </a:lvl1pPr>
            <a:lvl2pPr lvl="1">
              <a:lnSpc>
                <a:spcPct val="90000"/>
              </a:lnSpc>
              <a:spcBef>
                <a:spcPts val="0"/>
              </a:spcBef>
              <a:spcAft>
                <a:spcPts val="0"/>
              </a:spcAft>
              <a:buSzPts val="4800"/>
              <a:buNone/>
              <a:defRPr/>
            </a:lvl2pPr>
            <a:lvl3pPr lvl="2">
              <a:lnSpc>
                <a:spcPct val="90000"/>
              </a:lnSpc>
              <a:spcBef>
                <a:spcPts val="0"/>
              </a:spcBef>
              <a:spcAft>
                <a:spcPts val="0"/>
              </a:spcAft>
              <a:buSzPts val="4800"/>
              <a:buNone/>
              <a:defRPr/>
            </a:lvl3pPr>
            <a:lvl4pPr lvl="3">
              <a:lnSpc>
                <a:spcPct val="90000"/>
              </a:lnSpc>
              <a:spcBef>
                <a:spcPts val="0"/>
              </a:spcBef>
              <a:spcAft>
                <a:spcPts val="0"/>
              </a:spcAft>
              <a:buSzPts val="4800"/>
              <a:buNone/>
              <a:defRPr/>
            </a:lvl4pPr>
            <a:lvl5pPr lvl="4">
              <a:lnSpc>
                <a:spcPct val="90000"/>
              </a:lnSpc>
              <a:spcBef>
                <a:spcPts val="0"/>
              </a:spcBef>
              <a:spcAft>
                <a:spcPts val="0"/>
              </a:spcAft>
              <a:buSzPts val="4800"/>
              <a:buNone/>
              <a:defRPr/>
            </a:lvl5pPr>
            <a:lvl6pPr lvl="5">
              <a:lnSpc>
                <a:spcPct val="90000"/>
              </a:lnSpc>
              <a:spcBef>
                <a:spcPts val="0"/>
              </a:spcBef>
              <a:spcAft>
                <a:spcPts val="0"/>
              </a:spcAft>
              <a:buSzPts val="4800"/>
              <a:buNone/>
              <a:defRPr/>
            </a:lvl6pPr>
            <a:lvl7pPr lvl="6">
              <a:lnSpc>
                <a:spcPct val="90000"/>
              </a:lnSpc>
              <a:spcBef>
                <a:spcPts val="0"/>
              </a:spcBef>
              <a:spcAft>
                <a:spcPts val="0"/>
              </a:spcAft>
              <a:buSzPts val="4800"/>
              <a:buNone/>
              <a:defRPr/>
            </a:lvl7pPr>
            <a:lvl8pPr lvl="7">
              <a:lnSpc>
                <a:spcPct val="90000"/>
              </a:lnSpc>
              <a:spcBef>
                <a:spcPts val="0"/>
              </a:spcBef>
              <a:spcAft>
                <a:spcPts val="0"/>
              </a:spcAft>
              <a:buSzPts val="4800"/>
              <a:buNone/>
              <a:defRPr/>
            </a:lvl8pPr>
            <a:lvl9pPr lvl="8">
              <a:lnSpc>
                <a:spcPct val="90000"/>
              </a:lnSpc>
              <a:spcBef>
                <a:spcPts val="0"/>
              </a:spcBef>
              <a:spcAft>
                <a:spcPts val="0"/>
              </a:spcAft>
              <a:buSzPts val="4800"/>
              <a:buNone/>
              <a:defRPr/>
            </a:lvl9pPr>
          </a:lstStyle>
          <a:p>
            <a:endParaRPr/>
          </a:p>
        </p:txBody>
      </p:sp>
      <p:sp>
        <p:nvSpPr>
          <p:cNvPr id="11" name="Google Shape;11;p2"/>
          <p:cNvSpPr/>
          <p:nvPr/>
        </p:nvSpPr>
        <p:spPr>
          <a:xfrm rot="5400000">
            <a:off x="-404500" y="2889207"/>
            <a:ext cx="1888400" cy="1079600"/>
          </a:xfrm>
          <a:prstGeom prst="triangle">
            <a:avLst>
              <a:gd name="adj" fmla="val 50000"/>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pic>
        <p:nvPicPr>
          <p:cNvPr id="5" name="Picture 4"/>
          <p:cNvPicPr>
            <a:picLocks noChangeAspect="1"/>
          </p:cNvPicPr>
          <p:nvPr userDrawn="1"/>
        </p:nvPicPr>
        <p:blipFill>
          <a:blip r:embed="rId2"/>
          <a:stretch>
            <a:fillRect/>
          </a:stretch>
        </p:blipFill>
        <p:spPr>
          <a:xfrm>
            <a:off x="-100" y="0"/>
            <a:ext cx="4035902" cy="1341236"/>
          </a:xfrm>
          <a:prstGeom prst="rect">
            <a:avLst/>
          </a:prstGeom>
        </p:spPr>
      </p:pic>
      <p:sp>
        <p:nvSpPr>
          <p:cNvPr id="6" name="Date Placeholder 5"/>
          <p:cNvSpPr>
            <a:spLocks noGrp="1"/>
          </p:cNvSpPr>
          <p:nvPr>
            <p:ph type="dt" sz="half" idx="10"/>
          </p:nvPr>
        </p:nvSpPr>
        <p:spPr/>
        <p:txBody>
          <a:bodyPr/>
          <a:lstStyle/>
          <a:p>
            <a:r>
              <a:rPr lang="en-ZA"/>
              <a:t>2022</a:t>
            </a:r>
          </a:p>
        </p:txBody>
      </p:sp>
      <p:sp>
        <p:nvSpPr>
          <p:cNvPr id="7" name="Footer Placeholder 6"/>
          <p:cNvSpPr>
            <a:spLocks noGrp="1"/>
          </p:cNvSpPr>
          <p:nvPr>
            <p:ph type="ftr" sz="quarter" idx="11"/>
          </p:nvPr>
        </p:nvSpPr>
        <p:spPr/>
        <p:txBody>
          <a:bodyPr/>
          <a:lstStyle/>
          <a:p>
            <a:r>
              <a:rPr lang="en-US"/>
              <a:t>L Madamshetty Department Of IS</a:t>
            </a:r>
            <a:endParaRPr lang="en-ZA"/>
          </a:p>
        </p:txBody>
      </p:sp>
      <p:sp>
        <p:nvSpPr>
          <p:cNvPr id="8" name="Slide Number Placeholder 7"/>
          <p:cNvSpPr>
            <a:spLocks noGrp="1"/>
          </p:cNvSpPr>
          <p:nvPr>
            <p:ph type="sldNum" sz="quarter" idx="12"/>
          </p:nvPr>
        </p:nvSpPr>
        <p:spPr/>
        <p:txBody>
          <a:bodyPr/>
          <a:lstStyle/>
          <a:p>
            <a:fld id="{EF03D7A9-CDA1-4732-8CA0-2A470E848275}" type="slidenum">
              <a:rPr lang="en-ZA" smtClean="0"/>
              <a:t>‹#›</a:t>
            </a:fld>
            <a:endParaRPr lang="en-ZA"/>
          </a:p>
        </p:txBody>
      </p:sp>
      <p:pic>
        <p:nvPicPr>
          <p:cNvPr id="2" name="Picture 1"/>
          <p:cNvPicPr>
            <a:picLocks noChangeAspect="1"/>
          </p:cNvPicPr>
          <p:nvPr userDrawn="1"/>
        </p:nvPicPr>
        <p:blipFill>
          <a:blip r:embed="rId3"/>
          <a:stretch>
            <a:fillRect/>
          </a:stretch>
        </p:blipFill>
        <p:spPr>
          <a:xfrm>
            <a:off x="7905750" y="64475"/>
            <a:ext cx="3826904" cy="1983266"/>
          </a:xfrm>
          <a:prstGeom prst="rect">
            <a:avLst/>
          </a:prstGeom>
        </p:spPr>
      </p:pic>
    </p:spTree>
    <p:extLst>
      <p:ext uri="{BB962C8B-B14F-4D97-AF65-F5344CB8AC3E}">
        <p14:creationId xmlns:p14="http://schemas.microsoft.com/office/powerpoint/2010/main" val="401878670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 2 columns" type="twoColTx">
  <p:cSld name="Title + 2 columns">
    <p:spTree>
      <p:nvGrpSpPr>
        <p:cNvPr id="1" name="Shape 28"/>
        <p:cNvGrpSpPr/>
        <p:nvPr/>
      </p:nvGrpSpPr>
      <p:grpSpPr>
        <a:xfrm>
          <a:off x="0" y="0"/>
          <a:ext cx="0" cy="0"/>
          <a:chOff x="0" y="0"/>
          <a:chExt cx="0" cy="0"/>
        </a:xfrm>
      </p:grpSpPr>
      <p:sp>
        <p:nvSpPr>
          <p:cNvPr id="29" name="Google Shape;29;p6"/>
          <p:cNvSpPr/>
          <p:nvPr/>
        </p:nvSpPr>
        <p:spPr>
          <a:xfrm flipH="1">
            <a:off x="11582400" y="6233133"/>
            <a:ext cx="624800" cy="624800"/>
          </a:xfrm>
          <a:prstGeom prst="rtTriangle">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0" name="Google Shape;30;p6"/>
          <p:cNvSpPr/>
          <p:nvPr/>
        </p:nvSpPr>
        <p:spPr>
          <a:xfrm rot="5400000">
            <a:off x="-133800" y="965980"/>
            <a:ext cx="624800" cy="357200"/>
          </a:xfrm>
          <a:prstGeom prst="triangle">
            <a:avLst>
              <a:gd name="adj" fmla="val 50000"/>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1" name="Google Shape;31;p6"/>
          <p:cNvSpPr txBox="1">
            <a:spLocks noGrp="1"/>
          </p:cNvSpPr>
          <p:nvPr>
            <p:ph type="title"/>
          </p:nvPr>
        </p:nvSpPr>
        <p:spPr>
          <a:xfrm>
            <a:off x="609600" y="807467"/>
            <a:ext cx="7521200" cy="1443600"/>
          </a:xfrm>
          <a:prstGeom prst="rect">
            <a:avLst/>
          </a:prstGeom>
        </p:spPr>
        <p:txBody>
          <a:bodyPr spcFirstLastPara="1" wrap="square" lIns="0" tIns="0" rIns="0" bIns="0" anchor="t" anchorCtr="0">
            <a:noAutofit/>
          </a:bodyPr>
          <a:lstStyle>
            <a:lvl1pPr lvl="0">
              <a:spcBef>
                <a:spcPts val="0"/>
              </a:spcBef>
              <a:spcAft>
                <a:spcPts val="0"/>
              </a:spcAft>
              <a:buSzPts val="48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a:endParaRPr/>
          </a:p>
        </p:txBody>
      </p:sp>
      <p:sp>
        <p:nvSpPr>
          <p:cNvPr id="32" name="Google Shape;32;p6"/>
          <p:cNvSpPr txBox="1">
            <a:spLocks noGrp="1"/>
          </p:cNvSpPr>
          <p:nvPr>
            <p:ph type="body" idx="1"/>
          </p:nvPr>
        </p:nvSpPr>
        <p:spPr>
          <a:xfrm>
            <a:off x="609600" y="2661000"/>
            <a:ext cx="3576800" cy="3572000"/>
          </a:xfrm>
          <a:prstGeom prst="rect">
            <a:avLst/>
          </a:prstGeom>
        </p:spPr>
        <p:txBody>
          <a:bodyPr spcFirstLastPara="1" wrap="square" lIns="0" tIns="0" rIns="0" bIns="0" anchor="t" anchorCtr="0">
            <a:noAutofit/>
          </a:bodyPr>
          <a:lstStyle>
            <a:lvl1pPr marL="609585" lvl="0" indent="-457189">
              <a:spcBef>
                <a:spcPts val="800"/>
              </a:spcBef>
              <a:spcAft>
                <a:spcPts val="0"/>
              </a:spcAft>
              <a:buSzPts val="1800"/>
              <a:buChar char="▸"/>
              <a:defRPr sz="2400"/>
            </a:lvl1pPr>
            <a:lvl2pPr marL="1219170" lvl="1" indent="-457189">
              <a:spcBef>
                <a:spcPts val="800"/>
              </a:spcBef>
              <a:spcAft>
                <a:spcPts val="0"/>
              </a:spcAft>
              <a:buSzPts val="1800"/>
              <a:buChar char="▹"/>
              <a:defRPr sz="2400"/>
            </a:lvl2pPr>
            <a:lvl3pPr marL="1828754" lvl="2" indent="-457189">
              <a:spcBef>
                <a:spcPts val="800"/>
              </a:spcBef>
              <a:spcAft>
                <a:spcPts val="0"/>
              </a:spcAft>
              <a:buSzPts val="1800"/>
              <a:buChar char="▹"/>
              <a:defRPr sz="2400"/>
            </a:lvl3pPr>
            <a:lvl4pPr marL="2438339" lvl="3" indent="-457189">
              <a:spcBef>
                <a:spcPts val="800"/>
              </a:spcBef>
              <a:spcAft>
                <a:spcPts val="0"/>
              </a:spcAft>
              <a:buSzPts val="1800"/>
              <a:buChar char="▹"/>
              <a:defRPr sz="2400"/>
            </a:lvl4pPr>
            <a:lvl5pPr marL="3047924" lvl="4" indent="-457189">
              <a:spcBef>
                <a:spcPts val="800"/>
              </a:spcBef>
              <a:spcAft>
                <a:spcPts val="0"/>
              </a:spcAft>
              <a:buSzPts val="1800"/>
              <a:buChar char="▹"/>
              <a:defRPr sz="2400"/>
            </a:lvl5pPr>
            <a:lvl6pPr marL="3657509" lvl="5" indent="-457189">
              <a:spcBef>
                <a:spcPts val="800"/>
              </a:spcBef>
              <a:spcAft>
                <a:spcPts val="0"/>
              </a:spcAft>
              <a:buSzPts val="1800"/>
              <a:buChar char="▹"/>
              <a:defRPr sz="2400"/>
            </a:lvl6pPr>
            <a:lvl7pPr marL="4267093" lvl="6" indent="-457189">
              <a:spcBef>
                <a:spcPts val="800"/>
              </a:spcBef>
              <a:spcAft>
                <a:spcPts val="0"/>
              </a:spcAft>
              <a:buSzPts val="1800"/>
              <a:buChar char="▹"/>
              <a:defRPr sz="2400"/>
            </a:lvl7pPr>
            <a:lvl8pPr marL="4876678" lvl="7" indent="-457189">
              <a:spcBef>
                <a:spcPts val="800"/>
              </a:spcBef>
              <a:spcAft>
                <a:spcPts val="0"/>
              </a:spcAft>
              <a:buSzPts val="1800"/>
              <a:buChar char="▹"/>
              <a:defRPr sz="2400"/>
            </a:lvl8pPr>
            <a:lvl9pPr marL="5486263" lvl="8" indent="-457189">
              <a:spcBef>
                <a:spcPts val="800"/>
              </a:spcBef>
              <a:spcAft>
                <a:spcPts val="0"/>
              </a:spcAft>
              <a:buSzPts val="1800"/>
              <a:buChar char="▹"/>
              <a:defRPr sz="2400"/>
            </a:lvl9pPr>
          </a:lstStyle>
          <a:p>
            <a:endParaRPr/>
          </a:p>
        </p:txBody>
      </p:sp>
      <p:sp>
        <p:nvSpPr>
          <p:cNvPr id="33" name="Google Shape;33;p6"/>
          <p:cNvSpPr txBox="1">
            <a:spLocks noGrp="1"/>
          </p:cNvSpPr>
          <p:nvPr>
            <p:ph type="body" idx="2"/>
          </p:nvPr>
        </p:nvSpPr>
        <p:spPr>
          <a:xfrm>
            <a:off x="4554104" y="2661000"/>
            <a:ext cx="3576800" cy="3572000"/>
          </a:xfrm>
          <a:prstGeom prst="rect">
            <a:avLst/>
          </a:prstGeom>
        </p:spPr>
        <p:txBody>
          <a:bodyPr spcFirstLastPara="1" wrap="square" lIns="0" tIns="0" rIns="0" bIns="0" anchor="t" anchorCtr="0">
            <a:noAutofit/>
          </a:bodyPr>
          <a:lstStyle>
            <a:lvl1pPr marL="609585" lvl="0" indent="-457189">
              <a:spcBef>
                <a:spcPts val="800"/>
              </a:spcBef>
              <a:spcAft>
                <a:spcPts val="0"/>
              </a:spcAft>
              <a:buSzPts val="1800"/>
              <a:buChar char="▸"/>
              <a:defRPr sz="2400"/>
            </a:lvl1pPr>
            <a:lvl2pPr marL="1219170" lvl="1" indent="-457189">
              <a:spcBef>
                <a:spcPts val="800"/>
              </a:spcBef>
              <a:spcAft>
                <a:spcPts val="0"/>
              </a:spcAft>
              <a:buSzPts val="1800"/>
              <a:buChar char="▹"/>
              <a:defRPr sz="2400"/>
            </a:lvl2pPr>
            <a:lvl3pPr marL="1828754" lvl="2" indent="-457189">
              <a:spcBef>
                <a:spcPts val="800"/>
              </a:spcBef>
              <a:spcAft>
                <a:spcPts val="0"/>
              </a:spcAft>
              <a:buSzPts val="1800"/>
              <a:buChar char="▹"/>
              <a:defRPr sz="2400"/>
            </a:lvl3pPr>
            <a:lvl4pPr marL="2438339" lvl="3" indent="-457189">
              <a:spcBef>
                <a:spcPts val="800"/>
              </a:spcBef>
              <a:spcAft>
                <a:spcPts val="0"/>
              </a:spcAft>
              <a:buSzPts val="1800"/>
              <a:buChar char="▹"/>
              <a:defRPr sz="2400"/>
            </a:lvl4pPr>
            <a:lvl5pPr marL="3047924" lvl="4" indent="-457189">
              <a:spcBef>
                <a:spcPts val="800"/>
              </a:spcBef>
              <a:spcAft>
                <a:spcPts val="0"/>
              </a:spcAft>
              <a:buSzPts val="1800"/>
              <a:buChar char="▹"/>
              <a:defRPr sz="2400"/>
            </a:lvl5pPr>
            <a:lvl6pPr marL="3657509" lvl="5" indent="-457189">
              <a:spcBef>
                <a:spcPts val="800"/>
              </a:spcBef>
              <a:spcAft>
                <a:spcPts val="0"/>
              </a:spcAft>
              <a:buSzPts val="1800"/>
              <a:buChar char="▹"/>
              <a:defRPr sz="2400"/>
            </a:lvl6pPr>
            <a:lvl7pPr marL="4267093" lvl="6" indent="-457189">
              <a:spcBef>
                <a:spcPts val="800"/>
              </a:spcBef>
              <a:spcAft>
                <a:spcPts val="0"/>
              </a:spcAft>
              <a:buSzPts val="1800"/>
              <a:buChar char="▹"/>
              <a:defRPr sz="2400"/>
            </a:lvl7pPr>
            <a:lvl8pPr marL="4876678" lvl="7" indent="-457189">
              <a:spcBef>
                <a:spcPts val="800"/>
              </a:spcBef>
              <a:spcAft>
                <a:spcPts val="0"/>
              </a:spcAft>
              <a:buSzPts val="1800"/>
              <a:buChar char="▹"/>
              <a:defRPr sz="2400"/>
            </a:lvl8pPr>
            <a:lvl9pPr marL="5486263" lvl="8" indent="-457189">
              <a:spcBef>
                <a:spcPts val="800"/>
              </a:spcBef>
              <a:spcAft>
                <a:spcPts val="0"/>
              </a:spcAft>
              <a:buSzPts val="1800"/>
              <a:buChar char="▹"/>
              <a:defRPr sz="2400"/>
            </a:lvl9pPr>
          </a:lstStyle>
          <a:p>
            <a:endParaRPr/>
          </a:p>
        </p:txBody>
      </p:sp>
      <p:sp>
        <p:nvSpPr>
          <p:cNvPr id="34" name="Google Shape;34;p6"/>
          <p:cNvSpPr txBox="1">
            <a:spLocks noGrp="1"/>
          </p:cNvSpPr>
          <p:nvPr>
            <p:ph type="sldNum" idx="12"/>
          </p:nvPr>
        </p:nvSpPr>
        <p:spPr>
          <a:xfrm>
            <a:off x="11532033" y="6182333"/>
            <a:ext cx="609200" cy="624800"/>
          </a:xfrm>
          <a:prstGeom prst="rect">
            <a:avLst/>
          </a:prstGeom>
        </p:spPr>
        <p:txBody>
          <a:bodyPr spcFirstLastPara="1" wrap="square" lIns="0" tIns="0" rIns="0" bIns="0" anchor="b"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pic>
        <p:nvPicPr>
          <p:cNvPr id="2" name="Picture 1"/>
          <p:cNvPicPr>
            <a:picLocks noChangeAspect="1"/>
          </p:cNvPicPr>
          <p:nvPr userDrawn="1"/>
        </p:nvPicPr>
        <p:blipFill>
          <a:blip r:embed="rId2"/>
          <a:stretch>
            <a:fillRect/>
          </a:stretch>
        </p:blipFill>
        <p:spPr>
          <a:xfrm>
            <a:off x="8130800" y="-1"/>
            <a:ext cx="4010433" cy="2075463"/>
          </a:xfrm>
          <a:prstGeom prst="rect">
            <a:avLst/>
          </a:prstGeom>
        </p:spPr>
      </p:pic>
    </p:spTree>
    <p:extLst>
      <p:ext uri="{BB962C8B-B14F-4D97-AF65-F5344CB8AC3E}">
        <p14:creationId xmlns:p14="http://schemas.microsoft.com/office/powerpoint/2010/main" val="24614585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78F31D-1C17-E95B-B778-E062E4EC97D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ZA"/>
          </a:p>
        </p:txBody>
      </p:sp>
      <p:sp>
        <p:nvSpPr>
          <p:cNvPr id="3" name="Subtitle 2">
            <a:extLst>
              <a:ext uri="{FF2B5EF4-FFF2-40B4-BE49-F238E27FC236}">
                <a16:creationId xmlns:a16="http://schemas.microsoft.com/office/drawing/2014/main" id="{95F5340B-711B-776E-A971-2695A3416B4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ZA"/>
          </a:p>
        </p:txBody>
      </p:sp>
      <p:sp>
        <p:nvSpPr>
          <p:cNvPr id="4" name="Date Placeholder 3">
            <a:extLst>
              <a:ext uri="{FF2B5EF4-FFF2-40B4-BE49-F238E27FC236}">
                <a16:creationId xmlns:a16="http://schemas.microsoft.com/office/drawing/2014/main" id="{F66E07C6-8A13-F20B-0045-9554B71B3EDA}"/>
              </a:ext>
            </a:extLst>
          </p:cNvPr>
          <p:cNvSpPr>
            <a:spLocks noGrp="1"/>
          </p:cNvSpPr>
          <p:nvPr>
            <p:ph type="dt" sz="half" idx="10"/>
          </p:nvPr>
        </p:nvSpPr>
        <p:spPr/>
        <p:txBody>
          <a:bodyPr/>
          <a:lstStyle/>
          <a:p>
            <a:fld id="{BC972153-F511-4A1E-9E49-93E84FE062B7}" type="datetimeFigureOut">
              <a:rPr lang="en-ZA" smtClean="0"/>
              <a:t>2026/03/04</a:t>
            </a:fld>
            <a:endParaRPr lang="en-ZA"/>
          </a:p>
        </p:txBody>
      </p:sp>
      <p:sp>
        <p:nvSpPr>
          <p:cNvPr id="5" name="Footer Placeholder 4">
            <a:extLst>
              <a:ext uri="{FF2B5EF4-FFF2-40B4-BE49-F238E27FC236}">
                <a16:creationId xmlns:a16="http://schemas.microsoft.com/office/drawing/2014/main" id="{4A62A6F3-37DD-6A09-E035-F9484F11A638}"/>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A33A4305-F6BA-8F13-364B-A552BAA3FC85}"/>
              </a:ext>
            </a:extLst>
          </p:cNvPr>
          <p:cNvSpPr>
            <a:spLocks noGrp="1"/>
          </p:cNvSpPr>
          <p:nvPr>
            <p:ph type="sldNum" sz="quarter" idx="12"/>
          </p:nvPr>
        </p:nvSpPr>
        <p:spPr/>
        <p:txBody>
          <a:bodyPr/>
          <a:lstStyle/>
          <a:p>
            <a:fld id="{BFE096D3-983E-4537-ABBF-0D56EE13D15C}" type="slidenum">
              <a:rPr lang="en-ZA" smtClean="0"/>
              <a:t>‹#›</a:t>
            </a:fld>
            <a:endParaRPr lang="en-ZA"/>
          </a:p>
        </p:txBody>
      </p:sp>
    </p:spTree>
    <p:extLst>
      <p:ext uri="{BB962C8B-B14F-4D97-AF65-F5344CB8AC3E}">
        <p14:creationId xmlns:p14="http://schemas.microsoft.com/office/powerpoint/2010/main" val="90739998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DBBDCE-942B-1797-1EF1-F46DA71D4A2E}"/>
              </a:ext>
            </a:extLst>
          </p:cNvPr>
          <p:cNvSpPr>
            <a:spLocks noGrp="1"/>
          </p:cNvSpPr>
          <p:nvPr>
            <p:ph type="title"/>
          </p:nvPr>
        </p:nvSpPr>
        <p:spPr/>
        <p:txBody>
          <a:bodyPr/>
          <a:lstStyle/>
          <a:p>
            <a:r>
              <a:rPr lang="en-US"/>
              <a:t>Click to edit Master title style</a:t>
            </a:r>
            <a:endParaRPr lang="en-ZA"/>
          </a:p>
        </p:txBody>
      </p:sp>
      <p:sp>
        <p:nvSpPr>
          <p:cNvPr id="3" name="Content Placeholder 2">
            <a:extLst>
              <a:ext uri="{FF2B5EF4-FFF2-40B4-BE49-F238E27FC236}">
                <a16:creationId xmlns:a16="http://schemas.microsoft.com/office/drawing/2014/main" id="{EB627962-4550-29D9-07EF-4BBC18CE06B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28FB9254-4FF5-9EBC-3342-732182457371}"/>
              </a:ext>
            </a:extLst>
          </p:cNvPr>
          <p:cNvSpPr>
            <a:spLocks noGrp="1"/>
          </p:cNvSpPr>
          <p:nvPr>
            <p:ph type="dt" sz="half" idx="10"/>
          </p:nvPr>
        </p:nvSpPr>
        <p:spPr/>
        <p:txBody>
          <a:bodyPr/>
          <a:lstStyle/>
          <a:p>
            <a:fld id="{BC972153-F511-4A1E-9E49-93E84FE062B7}" type="datetimeFigureOut">
              <a:rPr lang="en-ZA" smtClean="0"/>
              <a:t>2026/03/04</a:t>
            </a:fld>
            <a:endParaRPr lang="en-ZA"/>
          </a:p>
        </p:txBody>
      </p:sp>
      <p:sp>
        <p:nvSpPr>
          <p:cNvPr id="5" name="Footer Placeholder 4">
            <a:extLst>
              <a:ext uri="{FF2B5EF4-FFF2-40B4-BE49-F238E27FC236}">
                <a16:creationId xmlns:a16="http://schemas.microsoft.com/office/drawing/2014/main" id="{A7598E8B-AF08-236E-443A-01EB892264E3}"/>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F16A08CC-3399-E5D2-65CE-6C313A5D0CB6}"/>
              </a:ext>
            </a:extLst>
          </p:cNvPr>
          <p:cNvSpPr>
            <a:spLocks noGrp="1"/>
          </p:cNvSpPr>
          <p:nvPr>
            <p:ph type="sldNum" sz="quarter" idx="12"/>
          </p:nvPr>
        </p:nvSpPr>
        <p:spPr/>
        <p:txBody>
          <a:bodyPr/>
          <a:lstStyle/>
          <a:p>
            <a:fld id="{BFE096D3-983E-4537-ABBF-0D56EE13D15C}" type="slidenum">
              <a:rPr lang="en-ZA" smtClean="0"/>
              <a:t>‹#›</a:t>
            </a:fld>
            <a:endParaRPr lang="en-ZA"/>
          </a:p>
        </p:txBody>
      </p:sp>
    </p:spTree>
    <p:extLst>
      <p:ext uri="{BB962C8B-B14F-4D97-AF65-F5344CB8AC3E}">
        <p14:creationId xmlns:p14="http://schemas.microsoft.com/office/powerpoint/2010/main" val="381337640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A2C087-45FA-31EE-5117-3F2275F4A9D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ZA"/>
          </a:p>
        </p:txBody>
      </p:sp>
      <p:sp>
        <p:nvSpPr>
          <p:cNvPr id="3" name="Text Placeholder 2">
            <a:extLst>
              <a:ext uri="{FF2B5EF4-FFF2-40B4-BE49-F238E27FC236}">
                <a16:creationId xmlns:a16="http://schemas.microsoft.com/office/drawing/2014/main" id="{77A4E010-3F88-58AF-618F-8A997557136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AF7DDCD-5E15-6987-706D-E3AA4A2D8955}"/>
              </a:ext>
            </a:extLst>
          </p:cNvPr>
          <p:cNvSpPr>
            <a:spLocks noGrp="1"/>
          </p:cNvSpPr>
          <p:nvPr>
            <p:ph type="dt" sz="half" idx="10"/>
          </p:nvPr>
        </p:nvSpPr>
        <p:spPr/>
        <p:txBody>
          <a:bodyPr/>
          <a:lstStyle/>
          <a:p>
            <a:fld id="{BC972153-F511-4A1E-9E49-93E84FE062B7}" type="datetimeFigureOut">
              <a:rPr lang="en-ZA" smtClean="0"/>
              <a:t>2026/03/04</a:t>
            </a:fld>
            <a:endParaRPr lang="en-ZA"/>
          </a:p>
        </p:txBody>
      </p:sp>
      <p:sp>
        <p:nvSpPr>
          <p:cNvPr id="5" name="Footer Placeholder 4">
            <a:extLst>
              <a:ext uri="{FF2B5EF4-FFF2-40B4-BE49-F238E27FC236}">
                <a16:creationId xmlns:a16="http://schemas.microsoft.com/office/drawing/2014/main" id="{FD7715D7-25B7-844E-B88A-59ADC1F90037}"/>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7B28DDEA-27C6-69E7-6C8F-5270359E96C0}"/>
              </a:ext>
            </a:extLst>
          </p:cNvPr>
          <p:cNvSpPr>
            <a:spLocks noGrp="1"/>
          </p:cNvSpPr>
          <p:nvPr>
            <p:ph type="sldNum" sz="quarter" idx="12"/>
          </p:nvPr>
        </p:nvSpPr>
        <p:spPr/>
        <p:txBody>
          <a:bodyPr/>
          <a:lstStyle/>
          <a:p>
            <a:fld id="{BFE096D3-983E-4537-ABBF-0D56EE13D15C}" type="slidenum">
              <a:rPr lang="en-ZA" smtClean="0"/>
              <a:t>‹#›</a:t>
            </a:fld>
            <a:endParaRPr lang="en-ZA"/>
          </a:p>
        </p:txBody>
      </p:sp>
    </p:spTree>
    <p:extLst>
      <p:ext uri="{BB962C8B-B14F-4D97-AF65-F5344CB8AC3E}">
        <p14:creationId xmlns:p14="http://schemas.microsoft.com/office/powerpoint/2010/main" val="412062372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AFA130-C46D-1E48-04C9-327A49A1DE5B}"/>
              </a:ext>
            </a:extLst>
          </p:cNvPr>
          <p:cNvSpPr>
            <a:spLocks noGrp="1"/>
          </p:cNvSpPr>
          <p:nvPr>
            <p:ph type="title"/>
          </p:nvPr>
        </p:nvSpPr>
        <p:spPr/>
        <p:txBody>
          <a:bodyPr/>
          <a:lstStyle/>
          <a:p>
            <a:r>
              <a:rPr lang="en-US"/>
              <a:t>Click to edit Master title style</a:t>
            </a:r>
            <a:endParaRPr lang="en-ZA"/>
          </a:p>
        </p:txBody>
      </p:sp>
      <p:sp>
        <p:nvSpPr>
          <p:cNvPr id="3" name="Content Placeholder 2">
            <a:extLst>
              <a:ext uri="{FF2B5EF4-FFF2-40B4-BE49-F238E27FC236}">
                <a16:creationId xmlns:a16="http://schemas.microsoft.com/office/drawing/2014/main" id="{3156CA45-8DF8-8A8F-64B9-981BDC0C569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Content Placeholder 3">
            <a:extLst>
              <a:ext uri="{FF2B5EF4-FFF2-40B4-BE49-F238E27FC236}">
                <a16:creationId xmlns:a16="http://schemas.microsoft.com/office/drawing/2014/main" id="{8566FFF6-AD6F-E0BA-A850-3A1F537F9DB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Date Placeholder 4">
            <a:extLst>
              <a:ext uri="{FF2B5EF4-FFF2-40B4-BE49-F238E27FC236}">
                <a16:creationId xmlns:a16="http://schemas.microsoft.com/office/drawing/2014/main" id="{CEF648FB-58B0-8339-DB6A-0D5B25F5BDFB}"/>
              </a:ext>
            </a:extLst>
          </p:cNvPr>
          <p:cNvSpPr>
            <a:spLocks noGrp="1"/>
          </p:cNvSpPr>
          <p:nvPr>
            <p:ph type="dt" sz="half" idx="10"/>
          </p:nvPr>
        </p:nvSpPr>
        <p:spPr/>
        <p:txBody>
          <a:bodyPr/>
          <a:lstStyle/>
          <a:p>
            <a:fld id="{BC972153-F511-4A1E-9E49-93E84FE062B7}" type="datetimeFigureOut">
              <a:rPr lang="en-ZA" smtClean="0"/>
              <a:t>2026/03/04</a:t>
            </a:fld>
            <a:endParaRPr lang="en-ZA"/>
          </a:p>
        </p:txBody>
      </p:sp>
      <p:sp>
        <p:nvSpPr>
          <p:cNvPr id="6" name="Footer Placeholder 5">
            <a:extLst>
              <a:ext uri="{FF2B5EF4-FFF2-40B4-BE49-F238E27FC236}">
                <a16:creationId xmlns:a16="http://schemas.microsoft.com/office/drawing/2014/main" id="{3B8F4605-D08C-8C5C-8FEA-1BD91B69BD54}"/>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11928C9F-50DD-E5FE-7559-FC2DA0FAFEBD}"/>
              </a:ext>
            </a:extLst>
          </p:cNvPr>
          <p:cNvSpPr>
            <a:spLocks noGrp="1"/>
          </p:cNvSpPr>
          <p:nvPr>
            <p:ph type="sldNum" sz="quarter" idx="12"/>
          </p:nvPr>
        </p:nvSpPr>
        <p:spPr/>
        <p:txBody>
          <a:bodyPr/>
          <a:lstStyle/>
          <a:p>
            <a:fld id="{BFE096D3-983E-4537-ABBF-0D56EE13D15C}" type="slidenum">
              <a:rPr lang="en-ZA" smtClean="0"/>
              <a:t>‹#›</a:t>
            </a:fld>
            <a:endParaRPr lang="en-ZA"/>
          </a:p>
        </p:txBody>
      </p:sp>
    </p:spTree>
    <p:extLst>
      <p:ext uri="{BB962C8B-B14F-4D97-AF65-F5344CB8AC3E}">
        <p14:creationId xmlns:p14="http://schemas.microsoft.com/office/powerpoint/2010/main" val="366202860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5A1A7A-84C9-1730-DD9C-C29AD778A527}"/>
              </a:ext>
            </a:extLst>
          </p:cNvPr>
          <p:cNvSpPr>
            <a:spLocks noGrp="1"/>
          </p:cNvSpPr>
          <p:nvPr>
            <p:ph type="title"/>
          </p:nvPr>
        </p:nvSpPr>
        <p:spPr>
          <a:xfrm>
            <a:off x="839788" y="365125"/>
            <a:ext cx="10515600" cy="1325563"/>
          </a:xfrm>
        </p:spPr>
        <p:txBody>
          <a:bodyPr/>
          <a:lstStyle/>
          <a:p>
            <a:r>
              <a:rPr lang="en-US"/>
              <a:t>Click to edit Master title style</a:t>
            </a:r>
            <a:endParaRPr lang="en-ZA"/>
          </a:p>
        </p:txBody>
      </p:sp>
      <p:sp>
        <p:nvSpPr>
          <p:cNvPr id="3" name="Text Placeholder 2">
            <a:extLst>
              <a:ext uri="{FF2B5EF4-FFF2-40B4-BE49-F238E27FC236}">
                <a16:creationId xmlns:a16="http://schemas.microsoft.com/office/drawing/2014/main" id="{DF81D7DE-4B05-CFB2-966A-7FA8B263039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6ED2CB2-8092-134A-F2A4-6CFC2ED8EC9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Text Placeholder 4">
            <a:extLst>
              <a:ext uri="{FF2B5EF4-FFF2-40B4-BE49-F238E27FC236}">
                <a16:creationId xmlns:a16="http://schemas.microsoft.com/office/drawing/2014/main" id="{FDB14D9A-5606-BE39-7868-2583AF09AA6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56B5A47-BB2C-EAF6-2605-99B7B4B6F0D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7" name="Date Placeholder 6">
            <a:extLst>
              <a:ext uri="{FF2B5EF4-FFF2-40B4-BE49-F238E27FC236}">
                <a16:creationId xmlns:a16="http://schemas.microsoft.com/office/drawing/2014/main" id="{4E35E7A8-2ABD-A61C-E42E-133D1F1C62B2}"/>
              </a:ext>
            </a:extLst>
          </p:cNvPr>
          <p:cNvSpPr>
            <a:spLocks noGrp="1"/>
          </p:cNvSpPr>
          <p:nvPr>
            <p:ph type="dt" sz="half" idx="10"/>
          </p:nvPr>
        </p:nvSpPr>
        <p:spPr/>
        <p:txBody>
          <a:bodyPr/>
          <a:lstStyle/>
          <a:p>
            <a:fld id="{BC972153-F511-4A1E-9E49-93E84FE062B7}" type="datetimeFigureOut">
              <a:rPr lang="en-ZA" smtClean="0"/>
              <a:t>2026/03/04</a:t>
            </a:fld>
            <a:endParaRPr lang="en-ZA"/>
          </a:p>
        </p:txBody>
      </p:sp>
      <p:sp>
        <p:nvSpPr>
          <p:cNvPr id="8" name="Footer Placeholder 7">
            <a:extLst>
              <a:ext uri="{FF2B5EF4-FFF2-40B4-BE49-F238E27FC236}">
                <a16:creationId xmlns:a16="http://schemas.microsoft.com/office/drawing/2014/main" id="{36EB4CC3-9578-4963-4FA3-D832E9B71892}"/>
              </a:ext>
            </a:extLst>
          </p:cNvPr>
          <p:cNvSpPr>
            <a:spLocks noGrp="1"/>
          </p:cNvSpPr>
          <p:nvPr>
            <p:ph type="ftr" sz="quarter" idx="11"/>
          </p:nvPr>
        </p:nvSpPr>
        <p:spPr/>
        <p:txBody>
          <a:bodyPr/>
          <a:lstStyle/>
          <a:p>
            <a:endParaRPr lang="en-ZA"/>
          </a:p>
        </p:txBody>
      </p:sp>
      <p:sp>
        <p:nvSpPr>
          <p:cNvPr id="9" name="Slide Number Placeholder 8">
            <a:extLst>
              <a:ext uri="{FF2B5EF4-FFF2-40B4-BE49-F238E27FC236}">
                <a16:creationId xmlns:a16="http://schemas.microsoft.com/office/drawing/2014/main" id="{5967D8DE-E2E1-CF75-A2E6-B8D1C9BFE001}"/>
              </a:ext>
            </a:extLst>
          </p:cNvPr>
          <p:cNvSpPr>
            <a:spLocks noGrp="1"/>
          </p:cNvSpPr>
          <p:nvPr>
            <p:ph type="sldNum" sz="quarter" idx="12"/>
          </p:nvPr>
        </p:nvSpPr>
        <p:spPr/>
        <p:txBody>
          <a:bodyPr/>
          <a:lstStyle/>
          <a:p>
            <a:fld id="{BFE096D3-983E-4537-ABBF-0D56EE13D15C}" type="slidenum">
              <a:rPr lang="en-ZA" smtClean="0"/>
              <a:t>‹#›</a:t>
            </a:fld>
            <a:endParaRPr lang="en-ZA"/>
          </a:p>
        </p:txBody>
      </p:sp>
    </p:spTree>
    <p:extLst>
      <p:ext uri="{BB962C8B-B14F-4D97-AF65-F5344CB8AC3E}">
        <p14:creationId xmlns:p14="http://schemas.microsoft.com/office/powerpoint/2010/main" val="22242361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B56FD9-C794-49C9-DEC4-9EA23D749F7D}"/>
              </a:ext>
            </a:extLst>
          </p:cNvPr>
          <p:cNvSpPr>
            <a:spLocks noGrp="1"/>
          </p:cNvSpPr>
          <p:nvPr>
            <p:ph type="title"/>
          </p:nvPr>
        </p:nvSpPr>
        <p:spPr/>
        <p:txBody>
          <a:bodyPr/>
          <a:lstStyle/>
          <a:p>
            <a:r>
              <a:rPr lang="en-US"/>
              <a:t>Click to edit Master title style</a:t>
            </a:r>
            <a:endParaRPr lang="en-ZA"/>
          </a:p>
        </p:txBody>
      </p:sp>
      <p:sp>
        <p:nvSpPr>
          <p:cNvPr id="3" name="Date Placeholder 2">
            <a:extLst>
              <a:ext uri="{FF2B5EF4-FFF2-40B4-BE49-F238E27FC236}">
                <a16:creationId xmlns:a16="http://schemas.microsoft.com/office/drawing/2014/main" id="{22B5A623-43A5-0A4B-2003-CEA16E97145A}"/>
              </a:ext>
            </a:extLst>
          </p:cNvPr>
          <p:cNvSpPr>
            <a:spLocks noGrp="1"/>
          </p:cNvSpPr>
          <p:nvPr>
            <p:ph type="dt" sz="half" idx="10"/>
          </p:nvPr>
        </p:nvSpPr>
        <p:spPr/>
        <p:txBody>
          <a:bodyPr/>
          <a:lstStyle/>
          <a:p>
            <a:fld id="{BC972153-F511-4A1E-9E49-93E84FE062B7}" type="datetimeFigureOut">
              <a:rPr lang="en-ZA" smtClean="0"/>
              <a:t>2026/03/04</a:t>
            </a:fld>
            <a:endParaRPr lang="en-ZA"/>
          </a:p>
        </p:txBody>
      </p:sp>
      <p:sp>
        <p:nvSpPr>
          <p:cNvPr id="4" name="Footer Placeholder 3">
            <a:extLst>
              <a:ext uri="{FF2B5EF4-FFF2-40B4-BE49-F238E27FC236}">
                <a16:creationId xmlns:a16="http://schemas.microsoft.com/office/drawing/2014/main" id="{C6D4A34A-0725-99A8-C0CD-5FF054C33A97}"/>
              </a:ext>
            </a:extLst>
          </p:cNvPr>
          <p:cNvSpPr>
            <a:spLocks noGrp="1"/>
          </p:cNvSpPr>
          <p:nvPr>
            <p:ph type="ftr" sz="quarter" idx="11"/>
          </p:nvPr>
        </p:nvSpPr>
        <p:spPr/>
        <p:txBody>
          <a:bodyPr/>
          <a:lstStyle/>
          <a:p>
            <a:endParaRPr lang="en-ZA"/>
          </a:p>
        </p:txBody>
      </p:sp>
      <p:sp>
        <p:nvSpPr>
          <p:cNvPr id="5" name="Slide Number Placeholder 4">
            <a:extLst>
              <a:ext uri="{FF2B5EF4-FFF2-40B4-BE49-F238E27FC236}">
                <a16:creationId xmlns:a16="http://schemas.microsoft.com/office/drawing/2014/main" id="{6A89871F-1794-32EA-4D42-347B51664A82}"/>
              </a:ext>
            </a:extLst>
          </p:cNvPr>
          <p:cNvSpPr>
            <a:spLocks noGrp="1"/>
          </p:cNvSpPr>
          <p:nvPr>
            <p:ph type="sldNum" sz="quarter" idx="12"/>
          </p:nvPr>
        </p:nvSpPr>
        <p:spPr/>
        <p:txBody>
          <a:bodyPr/>
          <a:lstStyle/>
          <a:p>
            <a:fld id="{BFE096D3-983E-4537-ABBF-0D56EE13D15C}" type="slidenum">
              <a:rPr lang="en-ZA" smtClean="0"/>
              <a:t>‹#›</a:t>
            </a:fld>
            <a:endParaRPr lang="en-ZA"/>
          </a:p>
        </p:txBody>
      </p:sp>
    </p:spTree>
    <p:extLst>
      <p:ext uri="{BB962C8B-B14F-4D97-AF65-F5344CB8AC3E}">
        <p14:creationId xmlns:p14="http://schemas.microsoft.com/office/powerpoint/2010/main" val="263405209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104D626-8B51-0D68-51CD-86B7BB519990}"/>
              </a:ext>
            </a:extLst>
          </p:cNvPr>
          <p:cNvSpPr>
            <a:spLocks noGrp="1"/>
          </p:cNvSpPr>
          <p:nvPr>
            <p:ph type="dt" sz="half" idx="10"/>
          </p:nvPr>
        </p:nvSpPr>
        <p:spPr/>
        <p:txBody>
          <a:bodyPr/>
          <a:lstStyle/>
          <a:p>
            <a:fld id="{BC972153-F511-4A1E-9E49-93E84FE062B7}" type="datetimeFigureOut">
              <a:rPr lang="en-ZA" smtClean="0"/>
              <a:t>2026/03/04</a:t>
            </a:fld>
            <a:endParaRPr lang="en-ZA"/>
          </a:p>
        </p:txBody>
      </p:sp>
      <p:sp>
        <p:nvSpPr>
          <p:cNvPr id="3" name="Footer Placeholder 2">
            <a:extLst>
              <a:ext uri="{FF2B5EF4-FFF2-40B4-BE49-F238E27FC236}">
                <a16:creationId xmlns:a16="http://schemas.microsoft.com/office/drawing/2014/main" id="{F4E95998-FF32-62E5-94F0-9E2908F08B47}"/>
              </a:ext>
            </a:extLst>
          </p:cNvPr>
          <p:cNvSpPr>
            <a:spLocks noGrp="1"/>
          </p:cNvSpPr>
          <p:nvPr>
            <p:ph type="ftr" sz="quarter" idx="11"/>
          </p:nvPr>
        </p:nvSpPr>
        <p:spPr/>
        <p:txBody>
          <a:bodyPr/>
          <a:lstStyle/>
          <a:p>
            <a:endParaRPr lang="en-ZA"/>
          </a:p>
        </p:txBody>
      </p:sp>
      <p:sp>
        <p:nvSpPr>
          <p:cNvPr id="4" name="Slide Number Placeholder 3">
            <a:extLst>
              <a:ext uri="{FF2B5EF4-FFF2-40B4-BE49-F238E27FC236}">
                <a16:creationId xmlns:a16="http://schemas.microsoft.com/office/drawing/2014/main" id="{315B1C5D-552A-B0BC-7D9A-FE8D62650468}"/>
              </a:ext>
            </a:extLst>
          </p:cNvPr>
          <p:cNvSpPr>
            <a:spLocks noGrp="1"/>
          </p:cNvSpPr>
          <p:nvPr>
            <p:ph type="sldNum" sz="quarter" idx="12"/>
          </p:nvPr>
        </p:nvSpPr>
        <p:spPr/>
        <p:txBody>
          <a:bodyPr/>
          <a:lstStyle/>
          <a:p>
            <a:fld id="{BFE096D3-983E-4537-ABBF-0D56EE13D15C}" type="slidenum">
              <a:rPr lang="en-ZA" smtClean="0"/>
              <a:t>‹#›</a:t>
            </a:fld>
            <a:endParaRPr lang="en-ZA"/>
          </a:p>
        </p:txBody>
      </p:sp>
    </p:spTree>
    <p:extLst>
      <p:ext uri="{BB962C8B-B14F-4D97-AF65-F5344CB8AC3E}">
        <p14:creationId xmlns:p14="http://schemas.microsoft.com/office/powerpoint/2010/main" val="13474125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979772-2EEE-5F60-05BE-E8A00E92081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A"/>
          </a:p>
        </p:txBody>
      </p:sp>
      <p:sp>
        <p:nvSpPr>
          <p:cNvPr id="3" name="Content Placeholder 2">
            <a:extLst>
              <a:ext uri="{FF2B5EF4-FFF2-40B4-BE49-F238E27FC236}">
                <a16:creationId xmlns:a16="http://schemas.microsoft.com/office/drawing/2014/main" id="{A1E9E23D-C65F-5FCE-4F4D-1A405497492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Text Placeholder 3">
            <a:extLst>
              <a:ext uri="{FF2B5EF4-FFF2-40B4-BE49-F238E27FC236}">
                <a16:creationId xmlns:a16="http://schemas.microsoft.com/office/drawing/2014/main" id="{8941FFD4-9EDB-71AE-00BD-53F7560C065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97717C4-DB89-AA03-BC85-0DB0F9B52B45}"/>
              </a:ext>
            </a:extLst>
          </p:cNvPr>
          <p:cNvSpPr>
            <a:spLocks noGrp="1"/>
          </p:cNvSpPr>
          <p:nvPr>
            <p:ph type="dt" sz="half" idx="10"/>
          </p:nvPr>
        </p:nvSpPr>
        <p:spPr/>
        <p:txBody>
          <a:bodyPr/>
          <a:lstStyle/>
          <a:p>
            <a:fld id="{BC972153-F511-4A1E-9E49-93E84FE062B7}" type="datetimeFigureOut">
              <a:rPr lang="en-ZA" smtClean="0"/>
              <a:t>2026/03/04</a:t>
            </a:fld>
            <a:endParaRPr lang="en-ZA"/>
          </a:p>
        </p:txBody>
      </p:sp>
      <p:sp>
        <p:nvSpPr>
          <p:cNvPr id="6" name="Footer Placeholder 5">
            <a:extLst>
              <a:ext uri="{FF2B5EF4-FFF2-40B4-BE49-F238E27FC236}">
                <a16:creationId xmlns:a16="http://schemas.microsoft.com/office/drawing/2014/main" id="{44F5E399-592F-5F4D-E7DD-E6A3A04A7CBD}"/>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EBCBC539-E5E5-2929-2548-6225140B2C59}"/>
              </a:ext>
            </a:extLst>
          </p:cNvPr>
          <p:cNvSpPr>
            <a:spLocks noGrp="1"/>
          </p:cNvSpPr>
          <p:nvPr>
            <p:ph type="sldNum" sz="quarter" idx="12"/>
          </p:nvPr>
        </p:nvSpPr>
        <p:spPr/>
        <p:txBody>
          <a:bodyPr/>
          <a:lstStyle/>
          <a:p>
            <a:fld id="{BFE096D3-983E-4537-ABBF-0D56EE13D15C}" type="slidenum">
              <a:rPr lang="en-ZA" smtClean="0"/>
              <a:t>‹#›</a:t>
            </a:fld>
            <a:endParaRPr lang="en-ZA"/>
          </a:p>
        </p:txBody>
      </p:sp>
    </p:spTree>
    <p:extLst>
      <p:ext uri="{BB962C8B-B14F-4D97-AF65-F5344CB8AC3E}">
        <p14:creationId xmlns:p14="http://schemas.microsoft.com/office/powerpoint/2010/main" val="259459837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C1C584-7EFB-86AF-5466-FA2A3369875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A"/>
          </a:p>
        </p:txBody>
      </p:sp>
      <p:sp>
        <p:nvSpPr>
          <p:cNvPr id="3" name="Picture Placeholder 2">
            <a:extLst>
              <a:ext uri="{FF2B5EF4-FFF2-40B4-BE49-F238E27FC236}">
                <a16:creationId xmlns:a16="http://schemas.microsoft.com/office/drawing/2014/main" id="{D4F38817-752A-8EB1-E9C4-1654F1404E4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ZA"/>
          </a:p>
        </p:txBody>
      </p:sp>
      <p:sp>
        <p:nvSpPr>
          <p:cNvPr id="4" name="Text Placeholder 3">
            <a:extLst>
              <a:ext uri="{FF2B5EF4-FFF2-40B4-BE49-F238E27FC236}">
                <a16:creationId xmlns:a16="http://schemas.microsoft.com/office/drawing/2014/main" id="{DA1BB71C-90FA-5AED-9258-292C3719640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C0BF64E-517E-703F-AF08-7FCD0B7E807C}"/>
              </a:ext>
            </a:extLst>
          </p:cNvPr>
          <p:cNvSpPr>
            <a:spLocks noGrp="1"/>
          </p:cNvSpPr>
          <p:nvPr>
            <p:ph type="dt" sz="half" idx="10"/>
          </p:nvPr>
        </p:nvSpPr>
        <p:spPr/>
        <p:txBody>
          <a:bodyPr/>
          <a:lstStyle/>
          <a:p>
            <a:fld id="{BC972153-F511-4A1E-9E49-93E84FE062B7}" type="datetimeFigureOut">
              <a:rPr lang="en-ZA" smtClean="0"/>
              <a:t>2026/03/04</a:t>
            </a:fld>
            <a:endParaRPr lang="en-ZA"/>
          </a:p>
        </p:txBody>
      </p:sp>
      <p:sp>
        <p:nvSpPr>
          <p:cNvPr id="6" name="Footer Placeholder 5">
            <a:extLst>
              <a:ext uri="{FF2B5EF4-FFF2-40B4-BE49-F238E27FC236}">
                <a16:creationId xmlns:a16="http://schemas.microsoft.com/office/drawing/2014/main" id="{1FAD600D-E40D-836D-39F5-2AD070FA0FF4}"/>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50AEFC89-B111-4A7F-17B6-595D933E8CB7}"/>
              </a:ext>
            </a:extLst>
          </p:cNvPr>
          <p:cNvSpPr>
            <a:spLocks noGrp="1"/>
          </p:cNvSpPr>
          <p:nvPr>
            <p:ph type="sldNum" sz="quarter" idx="12"/>
          </p:nvPr>
        </p:nvSpPr>
        <p:spPr/>
        <p:txBody>
          <a:bodyPr/>
          <a:lstStyle/>
          <a:p>
            <a:fld id="{BFE096D3-983E-4537-ABBF-0D56EE13D15C}" type="slidenum">
              <a:rPr lang="en-ZA" smtClean="0"/>
              <a:t>‹#›</a:t>
            </a:fld>
            <a:endParaRPr lang="en-ZA"/>
          </a:p>
        </p:txBody>
      </p:sp>
    </p:spTree>
    <p:extLst>
      <p:ext uri="{BB962C8B-B14F-4D97-AF65-F5344CB8AC3E}">
        <p14:creationId xmlns:p14="http://schemas.microsoft.com/office/powerpoint/2010/main" val="50635166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F4BB5A-13E0-6AAC-3ECA-B8EDD121BD08}"/>
              </a:ext>
            </a:extLst>
          </p:cNvPr>
          <p:cNvSpPr>
            <a:spLocks noGrp="1"/>
          </p:cNvSpPr>
          <p:nvPr>
            <p:ph type="title"/>
          </p:nvPr>
        </p:nvSpPr>
        <p:spPr/>
        <p:txBody>
          <a:bodyPr/>
          <a:lstStyle/>
          <a:p>
            <a:r>
              <a:rPr lang="en-US"/>
              <a:t>Click to edit Master title style</a:t>
            </a:r>
            <a:endParaRPr lang="en-ZA"/>
          </a:p>
        </p:txBody>
      </p:sp>
      <p:sp>
        <p:nvSpPr>
          <p:cNvPr id="3" name="Vertical Text Placeholder 2">
            <a:extLst>
              <a:ext uri="{FF2B5EF4-FFF2-40B4-BE49-F238E27FC236}">
                <a16:creationId xmlns:a16="http://schemas.microsoft.com/office/drawing/2014/main" id="{E5D98DC8-CF97-46CF-7D96-5FF4BA7BF5D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CF22BD35-0A26-FCFE-4B48-9B3C14E6BB7D}"/>
              </a:ext>
            </a:extLst>
          </p:cNvPr>
          <p:cNvSpPr>
            <a:spLocks noGrp="1"/>
          </p:cNvSpPr>
          <p:nvPr>
            <p:ph type="dt" sz="half" idx="10"/>
          </p:nvPr>
        </p:nvSpPr>
        <p:spPr/>
        <p:txBody>
          <a:bodyPr/>
          <a:lstStyle/>
          <a:p>
            <a:fld id="{BC972153-F511-4A1E-9E49-93E84FE062B7}" type="datetimeFigureOut">
              <a:rPr lang="en-ZA" smtClean="0"/>
              <a:t>2026/03/04</a:t>
            </a:fld>
            <a:endParaRPr lang="en-ZA"/>
          </a:p>
        </p:txBody>
      </p:sp>
      <p:sp>
        <p:nvSpPr>
          <p:cNvPr id="5" name="Footer Placeholder 4">
            <a:extLst>
              <a:ext uri="{FF2B5EF4-FFF2-40B4-BE49-F238E27FC236}">
                <a16:creationId xmlns:a16="http://schemas.microsoft.com/office/drawing/2014/main" id="{1F2E60AF-BF3D-60A1-0D57-FC08A0E70129}"/>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4EE9F56A-C0C0-E3A8-BD38-02DE7D237F8B}"/>
              </a:ext>
            </a:extLst>
          </p:cNvPr>
          <p:cNvSpPr>
            <a:spLocks noGrp="1"/>
          </p:cNvSpPr>
          <p:nvPr>
            <p:ph type="sldNum" sz="quarter" idx="12"/>
          </p:nvPr>
        </p:nvSpPr>
        <p:spPr/>
        <p:txBody>
          <a:bodyPr/>
          <a:lstStyle/>
          <a:p>
            <a:fld id="{BFE096D3-983E-4537-ABBF-0D56EE13D15C}" type="slidenum">
              <a:rPr lang="en-ZA" smtClean="0"/>
              <a:t>‹#›</a:t>
            </a:fld>
            <a:endParaRPr lang="en-ZA"/>
          </a:p>
        </p:txBody>
      </p:sp>
    </p:spTree>
    <p:extLst>
      <p:ext uri="{BB962C8B-B14F-4D97-AF65-F5344CB8AC3E}">
        <p14:creationId xmlns:p14="http://schemas.microsoft.com/office/powerpoint/2010/main" val="199304361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5BD3F59-8BB8-B695-A411-28A2C50BE93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ZA"/>
          </a:p>
        </p:txBody>
      </p:sp>
      <p:sp>
        <p:nvSpPr>
          <p:cNvPr id="3" name="Vertical Text Placeholder 2">
            <a:extLst>
              <a:ext uri="{FF2B5EF4-FFF2-40B4-BE49-F238E27FC236}">
                <a16:creationId xmlns:a16="http://schemas.microsoft.com/office/drawing/2014/main" id="{0714C83D-BB17-AA03-5556-D20FD4E80B8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535457C8-FDE0-D0F8-D9E6-2ABFD11F9F7B}"/>
              </a:ext>
            </a:extLst>
          </p:cNvPr>
          <p:cNvSpPr>
            <a:spLocks noGrp="1"/>
          </p:cNvSpPr>
          <p:nvPr>
            <p:ph type="dt" sz="half" idx="10"/>
          </p:nvPr>
        </p:nvSpPr>
        <p:spPr/>
        <p:txBody>
          <a:bodyPr/>
          <a:lstStyle/>
          <a:p>
            <a:fld id="{BC972153-F511-4A1E-9E49-93E84FE062B7}" type="datetimeFigureOut">
              <a:rPr lang="en-ZA" smtClean="0"/>
              <a:t>2026/03/04</a:t>
            </a:fld>
            <a:endParaRPr lang="en-ZA"/>
          </a:p>
        </p:txBody>
      </p:sp>
      <p:sp>
        <p:nvSpPr>
          <p:cNvPr id="5" name="Footer Placeholder 4">
            <a:extLst>
              <a:ext uri="{FF2B5EF4-FFF2-40B4-BE49-F238E27FC236}">
                <a16:creationId xmlns:a16="http://schemas.microsoft.com/office/drawing/2014/main" id="{5D92381F-768F-998B-8690-D074355CF44C}"/>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8BB44BA6-77AC-CC0A-F768-BA2B2D8EF30D}"/>
              </a:ext>
            </a:extLst>
          </p:cNvPr>
          <p:cNvSpPr>
            <a:spLocks noGrp="1"/>
          </p:cNvSpPr>
          <p:nvPr>
            <p:ph type="sldNum" sz="quarter" idx="12"/>
          </p:nvPr>
        </p:nvSpPr>
        <p:spPr/>
        <p:txBody>
          <a:bodyPr/>
          <a:lstStyle/>
          <a:p>
            <a:fld id="{BFE096D3-983E-4537-ABBF-0D56EE13D15C}" type="slidenum">
              <a:rPr lang="en-ZA" smtClean="0"/>
              <a:t>‹#›</a:t>
            </a:fld>
            <a:endParaRPr lang="en-ZA"/>
          </a:p>
        </p:txBody>
      </p:sp>
    </p:spTree>
    <p:extLst>
      <p:ext uri="{BB962C8B-B14F-4D97-AF65-F5344CB8AC3E}">
        <p14:creationId xmlns:p14="http://schemas.microsoft.com/office/powerpoint/2010/main" val="93935792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1435100" y="2484800"/>
            <a:ext cx="6616800" cy="1888400"/>
          </a:xfrm>
          <a:prstGeom prst="rect">
            <a:avLst/>
          </a:prstGeom>
        </p:spPr>
        <p:txBody>
          <a:bodyPr spcFirstLastPara="1" wrap="square" lIns="0" tIns="0" rIns="0" bIns="0" anchor="ctr" anchorCtr="0">
            <a:noAutofit/>
          </a:bodyPr>
          <a:lstStyle>
            <a:lvl1pPr lvl="0">
              <a:lnSpc>
                <a:spcPct val="90000"/>
              </a:lnSpc>
              <a:spcBef>
                <a:spcPts val="0"/>
              </a:spcBef>
              <a:spcAft>
                <a:spcPts val="0"/>
              </a:spcAft>
              <a:buSzPts val="4800"/>
              <a:buNone/>
              <a:defRPr/>
            </a:lvl1pPr>
            <a:lvl2pPr lvl="1">
              <a:lnSpc>
                <a:spcPct val="90000"/>
              </a:lnSpc>
              <a:spcBef>
                <a:spcPts val="0"/>
              </a:spcBef>
              <a:spcAft>
                <a:spcPts val="0"/>
              </a:spcAft>
              <a:buSzPts val="4800"/>
              <a:buNone/>
              <a:defRPr/>
            </a:lvl2pPr>
            <a:lvl3pPr lvl="2">
              <a:lnSpc>
                <a:spcPct val="90000"/>
              </a:lnSpc>
              <a:spcBef>
                <a:spcPts val="0"/>
              </a:spcBef>
              <a:spcAft>
                <a:spcPts val="0"/>
              </a:spcAft>
              <a:buSzPts val="4800"/>
              <a:buNone/>
              <a:defRPr/>
            </a:lvl3pPr>
            <a:lvl4pPr lvl="3">
              <a:lnSpc>
                <a:spcPct val="90000"/>
              </a:lnSpc>
              <a:spcBef>
                <a:spcPts val="0"/>
              </a:spcBef>
              <a:spcAft>
                <a:spcPts val="0"/>
              </a:spcAft>
              <a:buSzPts val="4800"/>
              <a:buNone/>
              <a:defRPr/>
            </a:lvl4pPr>
            <a:lvl5pPr lvl="4">
              <a:lnSpc>
                <a:spcPct val="90000"/>
              </a:lnSpc>
              <a:spcBef>
                <a:spcPts val="0"/>
              </a:spcBef>
              <a:spcAft>
                <a:spcPts val="0"/>
              </a:spcAft>
              <a:buSzPts val="4800"/>
              <a:buNone/>
              <a:defRPr/>
            </a:lvl5pPr>
            <a:lvl6pPr lvl="5">
              <a:lnSpc>
                <a:spcPct val="90000"/>
              </a:lnSpc>
              <a:spcBef>
                <a:spcPts val="0"/>
              </a:spcBef>
              <a:spcAft>
                <a:spcPts val="0"/>
              </a:spcAft>
              <a:buSzPts val="4800"/>
              <a:buNone/>
              <a:defRPr/>
            </a:lvl6pPr>
            <a:lvl7pPr lvl="6">
              <a:lnSpc>
                <a:spcPct val="90000"/>
              </a:lnSpc>
              <a:spcBef>
                <a:spcPts val="0"/>
              </a:spcBef>
              <a:spcAft>
                <a:spcPts val="0"/>
              </a:spcAft>
              <a:buSzPts val="4800"/>
              <a:buNone/>
              <a:defRPr/>
            </a:lvl7pPr>
            <a:lvl8pPr lvl="7">
              <a:lnSpc>
                <a:spcPct val="90000"/>
              </a:lnSpc>
              <a:spcBef>
                <a:spcPts val="0"/>
              </a:spcBef>
              <a:spcAft>
                <a:spcPts val="0"/>
              </a:spcAft>
              <a:buSzPts val="4800"/>
              <a:buNone/>
              <a:defRPr/>
            </a:lvl8pPr>
            <a:lvl9pPr lvl="8">
              <a:lnSpc>
                <a:spcPct val="90000"/>
              </a:lnSpc>
              <a:spcBef>
                <a:spcPts val="0"/>
              </a:spcBef>
              <a:spcAft>
                <a:spcPts val="0"/>
              </a:spcAft>
              <a:buSzPts val="4800"/>
              <a:buNone/>
              <a:defRPr/>
            </a:lvl9pPr>
          </a:lstStyle>
          <a:p>
            <a:endParaRPr/>
          </a:p>
        </p:txBody>
      </p:sp>
      <p:sp>
        <p:nvSpPr>
          <p:cNvPr id="11" name="Google Shape;11;p2"/>
          <p:cNvSpPr/>
          <p:nvPr/>
        </p:nvSpPr>
        <p:spPr>
          <a:xfrm rot="5400000">
            <a:off x="-404500" y="2889207"/>
            <a:ext cx="1888400" cy="1079600"/>
          </a:xfrm>
          <a:prstGeom prst="triangle">
            <a:avLst>
              <a:gd name="adj" fmla="val 50000"/>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pic>
        <p:nvPicPr>
          <p:cNvPr id="5" name="Picture 4"/>
          <p:cNvPicPr>
            <a:picLocks noChangeAspect="1"/>
          </p:cNvPicPr>
          <p:nvPr userDrawn="1"/>
        </p:nvPicPr>
        <p:blipFill>
          <a:blip r:embed="rId2"/>
          <a:stretch>
            <a:fillRect/>
          </a:stretch>
        </p:blipFill>
        <p:spPr>
          <a:xfrm>
            <a:off x="2698" y="-1"/>
            <a:ext cx="4035902" cy="1906073"/>
          </a:xfrm>
          <a:prstGeom prst="rect">
            <a:avLst/>
          </a:prstGeom>
        </p:spPr>
      </p:pic>
      <p:sp>
        <p:nvSpPr>
          <p:cNvPr id="6" name="Date Placeholder 5"/>
          <p:cNvSpPr>
            <a:spLocks noGrp="1"/>
          </p:cNvSpPr>
          <p:nvPr>
            <p:ph type="dt" sz="half" idx="10"/>
          </p:nvPr>
        </p:nvSpPr>
        <p:spPr/>
        <p:txBody>
          <a:bodyPr/>
          <a:lstStyle/>
          <a:p>
            <a:r>
              <a:rPr lang="en-ZA"/>
              <a:t>2022</a:t>
            </a:r>
          </a:p>
        </p:txBody>
      </p:sp>
      <p:sp>
        <p:nvSpPr>
          <p:cNvPr id="7" name="Footer Placeholder 6"/>
          <p:cNvSpPr>
            <a:spLocks noGrp="1"/>
          </p:cNvSpPr>
          <p:nvPr>
            <p:ph type="ftr" sz="quarter" idx="11"/>
          </p:nvPr>
        </p:nvSpPr>
        <p:spPr/>
        <p:txBody>
          <a:bodyPr/>
          <a:lstStyle/>
          <a:p>
            <a:r>
              <a:rPr lang="en-US"/>
              <a:t>L Madamshetty Department Of IS</a:t>
            </a:r>
            <a:endParaRPr lang="en-ZA"/>
          </a:p>
        </p:txBody>
      </p:sp>
      <p:sp>
        <p:nvSpPr>
          <p:cNvPr id="8" name="Slide Number Placeholder 7"/>
          <p:cNvSpPr>
            <a:spLocks noGrp="1"/>
          </p:cNvSpPr>
          <p:nvPr>
            <p:ph type="sldNum" sz="quarter" idx="12"/>
          </p:nvPr>
        </p:nvSpPr>
        <p:spPr/>
        <p:txBody>
          <a:bodyPr/>
          <a:lstStyle/>
          <a:p>
            <a:fld id="{EF03D7A9-CDA1-4732-8CA0-2A470E848275}" type="slidenum">
              <a:rPr lang="en-ZA" smtClean="0"/>
              <a:t>‹#›</a:t>
            </a:fld>
            <a:endParaRPr lang="en-ZA"/>
          </a:p>
        </p:txBody>
      </p:sp>
    </p:spTree>
    <p:extLst>
      <p:ext uri="{BB962C8B-B14F-4D97-AF65-F5344CB8AC3E}">
        <p14:creationId xmlns:p14="http://schemas.microsoft.com/office/powerpoint/2010/main" val="7862735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theme" Target="../theme/theme2.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ZA"/>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ZA"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ZA"/>
              <a:t>2022</a:t>
            </a: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L Madamshetty Department Of IS</a:t>
            </a:r>
            <a:endParaRPr lang="en-ZA"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F03D7A9-CDA1-4732-8CA0-2A470E848275}" type="slidenum">
              <a:rPr lang="en-ZA" smtClean="0"/>
              <a:t>‹#›</a:t>
            </a:fld>
            <a:endParaRPr lang="en-ZA"/>
          </a:p>
        </p:txBody>
      </p:sp>
      <p:pic>
        <p:nvPicPr>
          <p:cNvPr id="8" name="Picture 7"/>
          <p:cNvPicPr>
            <a:picLocks noChangeAspect="1"/>
          </p:cNvPicPr>
          <p:nvPr userDrawn="1"/>
        </p:nvPicPr>
        <p:blipFill>
          <a:blip r:embed="rId15"/>
          <a:stretch>
            <a:fillRect/>
          </a:stretch>
        </p:blipFill>
        <p:spPr>
          <a:xfrm>
            <a:off x="8153400" y="0"/>
            <a:ext cx="3828620" cy="1825625"/>
          </a:xfrm>
          <a:prstGeom prst="rect">
            <a:avLst/>
          </a:prstGeom>
        </p:spPr>
      </p:pic>
    </p:spTree>
    <p:extLst>
      <p:ext uri="{BB962C8B-B14F-4D97-AF65-F5344CB8AC3E}">
        <p14:creationId xmlns:p14="http://schemas.microsoft.com/office/powerpoint/2010/main" val="219875501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5151DE2-F462-34F4-9C6C-8FCBF3845B4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ZA"/>
          </a:p>
        </p:txBody>
      </p:sp>
      <p:sp>
        <p:nvSpPr>
          <p:cNvPr id="3" name="Text Placeholder 2">
            <a:extLst>
              <a:ext uri="{FF2B5EF4-FFF2-40B4-BE49-F238E27FC236}">
                <a16:creationId xmlns:a16="http://schemas.microsoft.com/office/drawing/2014/main" id="{37F7F2F9-6732-1190-82CB-4A03F8BF2D5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02E251C9-91A1-71DB-2B8E-2E67F6F7380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C972153-F511-4A1E-9E49-93E84FE062B7}" type="datetimeFigureOut">
              <a:rPr lang="en-ZA" smtClean="0"/>
              <a:t>2026/03/04</a:t>
            </a:fld>
            <a:endParaRPr lang="en-ZA"/>
          </a:p>
        </p:txBody>
      </p:sp>
      <p:sp>
        <p:nvSpPr>
          <p:cNvPr id="5" name="Footer Placeholder 4">
            <a:extLst>
              <a:ext uri="{FF2B5EF4-FFF2-40B4-BE49-F238E27FC236}">
                <a16:creationId xmlns:a16="http://schemas.microsoft.com/office/drawing/2014/main" id="{6554787C-E5A3-0A30-E448-FE3EC806331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ZA"/>
          </a:p>
        </p:txBody>
      </p:sp>
      <p:sp>
        <p:nvSpPr>
          <p:cNvPr id="6" name="Slide Number Placeholder 5">
            <a:extLst>
              <a:ext uri="{FF2B5EF4-FFF2-40B4-BE49-F238E27FC236}">
                <a16:creationId xmlns:a16="http://schemas.microsoft.com/office/drawing/2014/main" id="{A3022E16-A899-F607-45B0-B9ECE5C80CC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FE096D3-983E-4537-ABBF-0D56EE13D15C}" type="slidenum">
              <a:rPr lang="en-ZA" smtClean="0"/>
              <a:t>‹#›</a:t>
            </a:fld>
            <a:endParaRPr lang="en-ZA"/>
          </a:p>
        </p:txBody>
      </p:sp>
    </p:spTree>
    <p:extLst>
      <p:ext uri="{BB962C8B-B14F-4D97-AF65-F5344CB8AC3E}">
        <p14:creationId xmlns:p14="http://schemas.microsoft.com/office/powerpoint/2010/main" val="2013791237"/>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338" name="Google Shape;338;p12"/>
          <p:cNvSpPr txBox="1">
            <a:spLocks noGrp="1"/>
          </p:cNvSpPr>
          <p:nvPr>
            <p:ph type="ctrTitle"/>
          </p:nvPr>
        </p:nvSpPr>
        <p:spPr>
          <a:xfrm>
            <a:off x="1994490" y="2197806"/>
            <a:ext cx="8524820" cy="3314719"/>
          </a:xfrm>
          <a:prstGeom prst="rect">
            <a:avLst/>
          </a:prstGeom>
        </p:spPr>
        <p:txBody>
          <a:bodyPr spcFirstLastPara="1" vert="horz" wrap="square" lIns="0" tIns="0" rIns="0" bIns="0" rtlCol="0" anchor="ctr" anchorCtr="0">
            <a:noAutofit/>
          </a:bodyPr>
          <a:lstStyle/>
          <a:p>
            <a:pPr lvl="0" algn="ctr"/>
            <a:r>
              <a:rPr lang="en-US" sz="5400" dirty="0">
                <a:latin typeface="+mn-lt"/>
              </a:rPr>
              <a:t>INFORMATION SYSTEMS 3A</a:t>
            </a:r>
            <a:br>
              <a:rPr lang="en-US" sz="5400" dirty="0">
                <a:latin typeface="+mn-lt"/>
              </a:rPr>
            </a:br>
            <a:br>
              <a:rPr lang="en-US" sz="5400" dirty="0">
                <a:latin typeface="+mn-lt"/>
              </a:rPr>
            </a:br>
            <a:r>
              <a:rPr lang="en-US" sz="5400" dirty="0">
                <a:latin typeface="+mn-lt"/>
              </a:rPr>
              <a:t>SOFTWARE PROCESS</a:t>
            </a:r>
            <a:endParaRPr sz="5400" dirty="0">
              <a:latin typeface="+mn-lt"/>
            </a:endParaRPr>
          </a:p>
        </p:txBody>
      </p:sp>
      <p:sp>
        <p:nvSpPr>
          <p:cNvPr id="2" name="Date Placeholder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ZA"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rPr>
              <a:t>2026</a:t>
            </a: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03D7A9-CDA1-4732-8CA0-2A470E848275}" type="slidenum">
              <a:rPr kumimoji="0" lang="en-ZA"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ZA"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59542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F73674-1EAB-876C-09C2-1B7861DE1AD0}"/>
              </a:ext>
            </a:extLst>
          </p:cNvPr>
          <p:cNvSpPr>
            <a:spLocks noGrp="1"/>
          </p:cNvSpPr>
          <p:nvPr>
            <p:ph type="title"/>
          </p:nvPr>
        </p:nvSpPr>
        <p:spPr>
          <a:xfrm>
            <a:off x="761803" y="350196"/>
            <a:ext cx="4646904" cy="1624520"/>
          </a:xfrm>
        </p:spPr>
        <p:txBody>
          <a:bodyPr anchor="ctr">
            <a:normAutofit/>
          </a:bodyPr>
          <a:lstStyle/>
          <a:p>
            <a:r>
              <a:rPr lang="en-ZA" sz="4000" b="0" i="0" dirty="0">
                <a:effectLst/>
                <a:latin typeface="Arial" panose="020B0604020202020204" pitchFamily="34" charset="0"/>
              </a:rPr>
              <a:t>Contents</a:t>
            </a:r>
            <a:endParaRPr lang="en-ZA" sz="4000" dirty="0"/>
          </a:p>
        </p:txBody>
      </p:sp>
      <p:sp>
        <p:nvSpPr>
          <p:cNvPr id="3" name="Content Placeholder 2">
            <a:extLst>
              <a:ext uri="{FF2B5EF4-FFF2-40B4-BE49-F238E27FC236}">
                <a16:creationId xmlns:a16="http://schemas.microsoft.com/office/drawing/2014/main" id="{8ED26504-BA5D-5A9E-E9F5-844097D0BEFE}"/>
              </a:ext>
            </a:extLst>
          </p:cNvPr>
          <p:cNvSpPr>
            <a:spLocks noGrp="1"/>
          </p:cNvSpPr>
          <p:nvPr>
            <p:ph idx="1"/>
          </p:nvPr>
        </p:nvSpPr>
        <p:spPr>
          <a:xfrm>
            <a:off x="301558" y="165370"/>
            <a:ext cx="5632314" cy="6342434"/>
          </a:xfrm>
        </p:spPr>
        <p:txBody>
          <a:bodyPr anchor="ctr">
            <a:normAutofit/>
          </a:bodyPr>
          <a:lstStyle/>
          <a:p>
            <a:pPr>
              <a:buClr>
                <a:schemeClr val="dk1"/>
              </a:buClr>
              <a:buSzPts val="1100"/>
            </a:pPr>
            <a:r>
              <a:rPr lang="en-US" sz="2000" dirty="0"/>
              <a:t>Software Process </a:t>
            </a:r>
          </a:p>
          <a:p>
            <a:pPr>
              <a:buClr>
                <a:schemeClr val="dk1"/>
              </a:buClr>
              <a:buSzPts val="1100"/>
            </a:pPr>
            <a:r>
              <a:rPr lang="en-US" sz="2000" dirty="0"/>
              <a:t>Software process models</a:t>
            </a:r>
          </a:p>
          <a:p>
            <a:pPr lvl="1">
              <a:buClr>
                <a:schemeClr val="dk1"/>
              </a:buClr>
              <a:buSzPts val="1100"/>
            </a:pPr>
            <a:r>
              <a:rPr lang="en-US" sz="1600" dirty="0"/>
              <a:t>Waterfall model</a:t>
            </a:r>
          </a:p>
          <a:p>
            <a:pPr lvl="1">
              <a:buClr>
                <a:schemeClr val="dk1"/>
              </a:buClr>
              <a:buSzPts val="1100"/>
            </a:pPr>
            <a:r>
              <a:rPr lang="en-US" sz="1600" dirty="0"/>
              <a:t>Incremental Development</a:t>
            </a:r>
          </a:p>
          <a:p>
            <a:pPr lvl="1">
              <a:buClr>
                <a:schemeClr val="dk1"/>
              </a:buClr>
              <a:buSzPts val="1100"/>
            </a:pPr>
            <a:r>
              <a:rPr lang="en-US" sz="1600" dirty="0"/>
              <a:t>Integration and configuration</a:t>
            </a:r>
          </a:p>
          <a:p>
            <a:pPr marL="228600" lvl="1">
              <a:spcBef>
                <a:spcPts val="1000"/>
              </a:spcBef>
              <a:buClr>
                <a:schemeClr val="dk1"/>
              </a:buClr>
              <a:buSzPts val="1100"/>
            </a:pPr>
            <a:r>
              <a:rPr lang="en-US" sz="2000" dirty="0"/>
              <a:t>Process activities</a:t>
            </a:r>
            <a:endParaRPr lang="en-ZA" sz="2000" dirty="0"/>
          </a:p>
        </p:txBody>
      </p:sp>
      <p:pic>
        <p:nvPicPr>
          <p:cNvPr id="5" name="Picture 4" descr="Computer script on a screen">
            <a:extLst>
              <a:ext uri="{FF2B5EF4-FFF2-40B4-BE49-F238E27FC236}">
                <a16:creationId xmlns:a16="http://schemas.microsoft.com/office/drawing/2014/main" id="{C23A5E86-BC10-FA9B-A7F2-A327FE937DE1}"/>
              </a:ext>
            </a:extLst>
          </p:cNvPr>
          <p:cNvPicPr>
            <a:picLocks noChangeAspect="1"/>
          </p:cNvPicPr>
          <p:nvPr/>
        </p:nvPicPr>
        <p:blipFill>
          <a:blip r:embed="rId2"/>
          <a:srcRect l="414" r="40186" b="-2"/>
          <a:stretch/>
        </p:blipFill>
        <p:spPr>
          <a:xfrm>
            <a:off x="6096000" y="1"/>
            <a:ext cx="6102825" cy="6858000"/>
          </a:xfrm>
          <a:prstGeom prst="rect">
            <a:avLst/>
          </a:prstGeom>
        </p:spPr>
      </p:pic>
    </p:spTree>
    <p:extLst>
      <p:ext uri="{BB962C8B-B14F-4D97-AF65-F5344CB8AC3E}">
        <p14:creationId xmlns:p14="http://schemas.microsoft.com/office/powerpoint/2010/main" val="29023791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83D3D7-D68A-9A8F-829F-8CAE6F0D4A28}"/>
              </a:ext>
            </a:extLst>
          </p:cNvPr>
          <p:cNvSpPr>
            <a:spLocks noGrp="1"/>
          </p:cNvSpPr>
          <p:nvPr>
            <p:ph type="title"/>
          </p:nvPr>
        </p:nvSpPr>
        <p:spPr/>
        <p:txBody>
          <a:bodyPr/>
          <a:lstStyle/>
          <a:p>
            <a:r>
              <a:rPr lang="en-US" dirty="0"/>
              <a:t>Software Process</a:t>
            </a:r>
            <a:endParaRPr lang="en-ZA" dirty="0"/>
          </a:p>
        </p:txBody>
      </p:sp>
      <p:sp>
        <p:nvSpPr>
          <p:cNvPr id="3" name="Content Placeholder 2">
            <a:extLst>
              <a:ext uri="{FF2B5EF4-FFF2-40B4-BE49-F238E27FC236}">
                <a16:creationId xmlns:a16="http://schemas.microsoft.com/office/drawing/2014/main" id="{74BEA1D3-CF9C-E475-2DC1-BDE0D8EC0481}"/>
              </a:ext>
            </a:extLst>
          </p:cNvPr>
          <p:cNvSpPr>
            <a:spLocks noGrp="1"/>
          </p:cNvSpPr>
          <p:nvPr>
            <p:ph idx="1"/>
          </p:nvPr>
        </p:nvSpPr>
        <p:spPr/>
        <p:txBody>
          <a:bodyPr>
            <a:normAutofit lnSpcReduction="10000"/>
          </a:bodyPr>
          <a:lstStyle/>
          <a:p>
            <a:r>
              <a:rPr lang="en-US" b="0" i="0" dirty="0">
                <a:solidFill>
                  <a:srgbClr val="222222"/>
                </a:solidFill>
                <a:effectLst/>
              </a:rPr>
              <a:t>A software process is a set of related activities that leads to the production of a software product.</a:t>
            </a:r>
          </a:p>
          <a:p>
            <a:endParaRPr lang="en-US" dirty="0">
              <a:solidFill>
                <a:srgbClr val="222222"/>
              </a:solidFill>
            </a:endParaRPr>
          </a:p>
          <a:p>
            <a:r>
              <a:rPr lang="en-US" b="0" i="0" dirty="0">
                <a:solidFill>
                  <a:srgbClr val="222222"/>
                </a:solidFill>
                <a:effectLst/>
              </a:rPr>
              <a:t>There are many different software processes, but all must include four activities:</a:t>
            </a:r>
          </a:p>
          <a:p>
            <a:pPr marL="457200" lvl="1" indent="0">
              <a:buNone/>
            </a:pPr>
            <a:r>
              <a:rPr lang="en-US" b="0" i="0" dirty="0">
                <a:solidFill>
                  <a:srgbClr val="222222"/>
                </a:solidFill>
                <a:effectLst/>
              </a:rPr>
              <a:t>• Software specification: </a:t>
            </a:r>
            <a:r>
              <a:rPr lang="en-US" sz="2400" dirty="0"/>
              <a:t>defining what the system should do.</a:t>
            </a:r>
            <a:r>
              <a:rPr lang="en-US" b="0" i="0" dirty="0">
                <a:solidFill>
                  <a:srgbClr val="222222"/>
                </a:solidFill>
                <a:effectLst/>
              </a:rPr>
              <a:t> </a:t>
            </a:r>
          </a:p>
          <a:p>
            <a:pPr marL="457200" lvl="1" indent="0">
              <a:buNone/>
            </a:pPr>
            <a:r>
              <a:rPr lang="en-US" b="0" i="0" dirty="0">
                <a:solidFill>
                  <a:srgbClr val="222222"/>
                </a:solidFill>
                <a:effectLst/>
              </a:rPr>
              <a:t>• Software design and implementation: </a:t>
            </a:r>
            <a:r>
              <a:rPr lang="en-US" sz="2400" dirty="0"/>
              <a:t>defining the organization of the system and implementing the system.</a:t>
            </a:r>
            <a:r>
              <a:rPr lang="en-US" b="0" i="0" dirty="0">
                <a:solidFill>
                  <a:srgbClr val="222222"/>
                </a:solidFill>
                <a:effectLst/>
              </a:rPr>
              <a:t> </a:t>
            </a:r>
          </a:p>
          <a:p>
            <a:pPr marL="457200" lvl="1" indent="0">
              <a:buNone/>
            </a:pPr>
            <a:r>
              <a:rPr lang="en-US" b="0" i="0" dirty="0">
                <a:solidFill>
                  <a:srgbClr val="222222"/>
                </a:solidFill>
                <a:effectLst/>
              </a:rPr>
              <a:t>• Software validation: </a:t>
            </a:r>
            <a:r>
              <a:rPr lang="en-US" sz="2400" dirty="0"/>
              <a:t>checking that it does what the customer wants.</a:t>
            </a:r>
            <a:endParaRPr lang="en-US" b="0" i="0" dirty="0">
              <a:solidFill>
                <a:srgbClr val="222222"/>
              </a:solidFill>
              <a:effectLst/>
            </a:endParaRPr>
          </a:p>
          <a:p>
            <a:pPr marL="457200" lvl="1" indent="0">
              <a:buNone/>
            </a:pPr>
            <a:r>
              <a:rPr lang="en-US" b="0" i="0" dirty="0">
                <a:solidFill>
                  <a:srgbClr val="222222"/>
                </a:solidFill>
                <a:effectLst/>
              </a:rPr>
              <a:t>• Software evolution: </a:t>
            </a:r>
            <a:r>
              <a:rPr lang="en-US" sz="2400" dirty="0"/>
              <a:t>changing the system in response to changing customer needs.</a:t>
            </a:r>
          </a:p>
          <a:p>
            <a:pPr marL="457200" lvl="1" indent="0">
              <a:buNone/>
            </a:pPr>
            <a:endParaRPr lang="en-ZA" dirty="0"/>
          </a:p>
        </p:txBody>
      </p:sp>
    </p:spTree>
    <p:extLst>
      <p:ext uri="{BB962C8B-B14F-4D97-AF65-F5344CB8AC3E}">
        <p14:creationId xmlns:p14="http://schemas.microsoft.com/office/powerpoint/2010/main" val="15098542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2998D7-88CF-7B37-AFEC-9B378979E856}"/>
              </a:ext>
            </a:extLst>
          </p:cNvPr>
          <p:cNvSpPr>
            <a:spLocks noGrp="1"/>
          </p:cNvSpPr>
          <p:nvPr>
            <p:ph type="title"/>
          </p:nvPr>
        </p:nvSpPr>
        <p:spPr/>
        <p:txBody>
          <a:bodyPr/>
          <a:lstStyle/>
          <a:p>
            <a:r>
              <a:rPr lang="en-US" dirty="0"/>
              <a:t>Software processes approach</a:t>
            </a:r>
            <a:endParaRPr lang="en-ZA" dirty="0"/>
          </a:p>
        </p:txBody>
      </p:sp>
      <p:sp>
        <p:nvSpPr>
          <p:cNvPr id="3" name="Content Placeholder 2">
            <a:extLst>
              <a:ext uri="{FF2B5EF4-FFF2-40B4-BE49-F238E27FC236}">
                <a16:creationId xmlns:a16="http://schemas.microsoft.com/office/drawing/2014/main" id="{7479A4E5-6308-0C58-D95E-7D65FCF4E6A2}"/>
              </a:ext>
            </a:extLst>
          </p:cNvPr>
          <p:cNvSpPr>
            <a:spLocks noGrp="1"/>
          </p:cNvSpPr>
          <p:nvPr>
            <p:ph idx="1"/>
          </p:nvPr>
        </p:nvSpPr>
        <p:spPr/>
        <p:txBody>
          <a:bodyPr>
            <a:normAutofit/>
          </a:bodyPr>
          <a:lstStyle/>
          <a:p>
            <a:pPr marL="0" indent="0">
              <a:lnSpc>
                <a:spcPct val="100000"/>
              </a:lnSpc>
              <a:buNone/>
            </a:pPr>
            <a:r>
              <a:rPr lang="en-US" sz="3200" dirty="0">
                <a:solidFill>
                  <a:srgbClr val="222222"/>
                </a:solidFill>
              </a:rPr>
              <a:t>Software processes are categorized as either</a:t>
            </a:r>
            <a:r>
              <a:rPr lang="en-US" sz="3200" b="1" dirty="0">
                <a:solidFill>
                  <a:srgbClr val="222222"/>
                </a:solidFill>
              </a:rPr>
              <a:t> plan-driven </a:t>
            </a:r>
            <a:r>
              <a:rPr lang="en-US" sz="3200" dirty="0">
                <a:solidFill>
                  <a:srgbClr val="222222"/>
                </a:solidFill>
              </a:rPr>
              <a:t>or </a:t>
            </a:r>
            <a:r>
              <a:rPr lang="en-US" sz="3200" b="1" dirty="0">
                <a:solidFill>
                  <a:srgbClr val="222222"/>
                </a:solidFill>
              </a:rPr>
              <a:t>agile processes.</a:t>
            </a:r>
            <a:endParaRPr lang="en-US" sz="3200" b="1" dirty="0"/>
          </a:p>
          <a:p>
            <a:pPr>
              <a:lnSpc>
                <a:spcPct val="100000"/>
              </a:lnSpc>
            </a:pPr>
            <a:r>
              <a:rPr lang="en-US" sz="3200" b="1" dirty="0"/>
              <a:t>Plan-driven processes </a:t>
            </a:r>
            <a:r>
              <a:rPr lang="en-US" sz="3200" dirty="0"/>
              <a:t>is a traditional approach where all the process activities of the project are planned upfront and progress is measured against this plan. </a:t>
            </a:r>
          </a:p>
          <a:p>
            <a:pPr>
              <a:lnSpc>
                <a:spcPct val="100000"/>
              </a:lnSpc>
            </a:pPr>
            <a:r>
              <a:rPr lang="en-US" sz="3200" b="1" dirty="0"/>
              <a:t>Agile processes: </a:t>
            </a:r>
            <a:r>
              <a:rPr lang="en-US" sz="3200" dirty="0"/>
              <a:t>is an iterative approach where planning is incremental and it is easier to change the process to reflect changing customer requirements.</a:t>
            </a:r>
          </a:p>
          <a:p>
            <a:pPr marL="0" indent="0">
              <a:buNone/>
            </a:pPr>
            <a:endParaRPr lang="en-ZA" dirty="0"/>
          </a:p>
        </p:txBody>
      </p:sp>
    </p:spTree>
    <p:extLst>
      <p:ext uri="{BB962C8B-B14F-4D97-AF65-F5344CB8AC3E}">
        <p14:creationId xmlns:p14="http://schemas.microsoft.com/office/powerpoint/2010/main" val="38530815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808F0-B0FC-7464-9462-251FEF748D2F}"/>
              </a:ext>
            </a:extLst>
          </p:cNvPr>
          <p:cNvSpPr>
            <a:spLocks noGrp="1"/>
          </p:cNvSpPr>
          <p:nvPr>
            <p:ph type="title"/>
          </p:nvPr>
        </p:nvSpPr>
        <p:spPr/>
        <p:txBody>
          <a:bodyPr/>
          <a:lstStyle/>
          <a:p>
            <a:r>
              <a:rPr lang="en-US" dirty="0"/>
              <a:t>Software Process Models</a:t>
            </a:r>
            <a:endParaRPr lang="en-ZA" dirty="0"/>
          </a:p>
        </p:txBody>
      </p:sp>
      <p:sp>
        <p:nvSpPr>
          <p:cNvPr id="3" name="Content Placeholder 2">
            <a:extLst>
              <a:ext uri="{FF2B5EF4-FFF2-40B4-BE49-F238E27FC236}">
                <a16:creationId xmlns:a16="http://schemas.microsoft.com/office/drawing/2014/main" id="{CC6233DB-467C-50F5-D5AA-CF984A0FF48D}"/>
              </a:ext>
            </a:extLst>
          </p:cNvPr>
          <p:cNvSpPr>
            <a:spLocks noGrp="1"/>
          </p:cNvSpPr>
          <p:nvPr>
            <p:ph idx="1"/>
          </p:nvPr>
        </p:nvSpPr>
        <p:spPr/>
        <p:txBody>
          <a:bodyPr/>
          <a:lstStyle/>
          <a:p>
            <a:r>
              <a:rPr lang="en-US" b="0" i="0" dirty="0">
                <a:solidFill>
                  <a:srgbClr val="222222"/>
                </a:solidFill>
                <a:effectLst/>
              </a:rPr>
              <a:t>A software process model is a structured framework that describes how the software development </a:t>
            </a:r>
            <a:r>
              <a:rPr lang="en-US" dirty="0">
                <a:solidFill>
                  <a:srgbClr val="222222"/>
                </a:solidFill>
              </a:rPr>
              <a:t>process is organized and carried out</a:t>
            </a:r>
            <a:r>
              <a:rPr lang="en-US" b="0" i="0" dirty="0">
                <a:solidFill>
                  <a:srgbClr val="222222"/>
                </a:solidFill>
                <a:effectLst/>
              </a:rPr>
              <a:t>.</a:t>
            </a:r>
          </a:p>
          <a:p>
            <a:r>
              <a:rPr lang="en-US" b="0" i="0" dirty="0">
                <a:solidFill>
                  <a:srgbClr val="222222"/>
                </a:solidFill>
                <a:effectLst/>
              </a:rPr>
              <a:t> Each process model represents a process from a particular perspective and thus provides a partial information about that process.</a:t>
            </a:r>
          </a:p>
          <a:p>
            <a:r>
              <a:rPr lang="en-US" dirty="0">
                <a:solidFill>
                  <a:srgbClr val="222222"/>
                </a:solidFill>
              </a:rPr>
              <a:t> Process models covered: </a:t>
            </a:r>
          </a:p>
          <a:p>
            <a:pPr marL="457200" lvl="1" indent="0">
              <a:buNone/>
            </a:pPr>
            <a:r>
              <a:rPr lang="en-US" b="0" i="0" dirty="0">
                <a:solidFill>
                  <a:srgbClr val="222222"/>
                </a:solidFill>
                <a:effectLst/>
              </a:rPr>
              <a:t>• The waterfall model </a:t>
            </a:r>
          </a:p>
          <a:p>
            <a:pPr marL="457200" lvl="1" indent="0">
              <a:buNone/>
            </a:pPr>
            <a:r>
              <a:rPr lang="en-US" b="0" i="0" dirty="0">
                <a:solidFill>
                  <a:srgbClr val="222222"/>
                </a:solidFill>
                <a:effectLst/>
              </a:rPr>
              <a:t>• Incremental development </a:t>
            </a:r>
          </a:p>
          <a:p>
            <a:pPr marL="457200" lvl="1" indent="0">
              <a:buNone/>
            </a:pPr>
            <a:r>
              <a:rPr lang="en-US" b="0" i="0" dirty="0">
                <a:solidFill>
                  <a:srgbClr val="222222"/>
                </a:solidFill>
                <a:effectLst/>
              </a:rPr>
              <a:t>• Reuse-oriented software engineering </a:t>
            </a:r>
            <a:endParaRPr lang="en-ZA" dirty="0"/>
          </a:p>
        </p:txBody>
      </p:sp>
    </p:spTree>
    <p:extLst>
      <p:ext uri="{BB962C8B-B14F-4D97-AF65-F5344CB8AC3E}">
        <p14:creationId xmlns:p14="http://schemas.microsoft.com/office/powerpoint/2010/main" val="14547335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551E8-8092-00A5-797B-A99B94704021}"/>
              </a:ext>
            </a:extLst>
          </p:cNvPr>
          <p:cNvSpPr>
            <a:spLocks noGrp="1"/>
          </p:cNvSpPr>
          <p:nvPr>
            <p:ph type="title"/>
          </p:nvPr>
        </p:nvSpPr>
        <p:spPr/>
        <p:txBody>
          <a:bodyPr/>
          <a:lstStyle/>
          <a:p>
            <a:r>
              <a:rPr lang="en-US" dirty="0"/>
              <a:t>The Waterfall Model</a:t>
            </a:r>
            <a:endParaRPr lang="en-ZA" dirty="0"/>
          </a:p>
        </p:txBody>
      </p:sp>
      <p:sp>
        <p:nvSpPr>
          <p:cNvPr id="3" name="Content Placeholder 2">
            <a:extLst>
              <a:ext uri="{FF2B5EF4-FFF2-40B4-BE49-F238E27FC236}">
                <a16:creationId xmlns:a16="http://schemas.microsoft.com/office/drawing/2014/main" id="{AD7C61ED-76AC-3CE3-7F12-63DA9AEACFAE}"/>
              </a:ext>
            </a:extLst>
          </p:cNvPr>
          <p:cNvSpPr>
            <a:spLocks noGrp="1"/>
          </p:cNvSpPr>
          <p:nvPr>
            <p:ph idx="1"/>
          </p:nvPr>
        </p:nvSpPr>
        <p:spPr/>
        <p:txBody>
          <a:bodyPr/>
          <a:lstStyle/>
          <a:p>
            <a:r>
              <a:rPr lang="en-US" dirty="0"/>
              <a:t>The Waterfall model is a plan-driven software process model that organizes development into distinct phases such as requirements, design, implementation, testing, and deployment executed in a strict top-down sequence. </a:t>
            </a:r>
            <a:endParaRPr lang="en-US" sz="2800" dirty="0">
              <a:solidFill>
                <a:srgbClr val="222222"/>
              </a:solidFill>
            </a:endParaRPr>
          </a:p>
          <a:p>
            <a:pPr marL="228600" lvl="1">
              <a:spcBef>
                <a:spcPts val="1000"/>
              </a:spcBef>
            </a:pPr>
            <a:r>
              <a:rPr lang="en-US" sz="2800" dirty="0">
                <a:solidFill>
                  <a:srgbClr val="222222"/>
                </a:solidFill>
              </a:rPr>
              <a:t>The following phase should not start until the previous phase has finished.</a:t>
            </a:r>
            <a:endParaRPr lang="en-ZA" sz="2800" dirty="0">
              <a:solidFill>
                <a:srgbClr val="222222"/>
              </a:solidFill>
            </a:endParaRPr>
          </a:p>
        </p:txBody>
      </p:sp>
    </p:spTree>
    <p:extLst>
      <p:ext uri="{BB962C8B-B14F-4D97-AF65-F5344CB8AC3E}">
        <p14:creationId xmlns:p14="http://schemas.microsoft.com/office/powerpoint/2010/main" val="10757272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51478-C030-E40E-50B4-0ADCE016EB70}"/>
              </a:ext>
            </a:extLst>
          </p:cNvPr>
          <p:cNvSpPr>
            <a:spLocks noGrp="1"/>
          </p:cNvSpPr>
          <p:nvPr>
            <p:ph type="title"/>
          </p:nvPr>
        </p:nvSpPr>
        <p:spPr/>
        <p:txBody>
          <a:bodyPr/>
          <a:lstStyle/>
          <a:p>
            <a:r>
              <a:rPr lang="en-US" dirty="0"/>
              <a:t>The Waterfall Model</a:t>
            </a:r>
            <a:endParaRPr lang="en-ZA" dirty="0"/>
          </a:p>
        </p:txBody>
      </p:sp>
      <p:sp>
        <p:nvSpPr>
          <p:cNvPr id="3" name="Content Placeholder 2">
            <a:extLst>
              <a:ext uri="{FF2B5EF4-FFF2-40B4-BE49-F238E27FC236}">
                <a16:creationId xmlns:a16="http://schemas.microsoft.com/office/drawing/2014/main" id="{FBFCFC8E-22FB-B293-F867-4C917FBF319B}"/>
              </a:ext>
            </a:extLst>
          </p:cNvPr>
          <p:cNvSpPr>
            <a:spLocks noGrp="1"/>
          </p:cNvSpPr>
          <p:nvPr>
            <p:ph idx="1"/>
          </p:nvPr>
        </p:nvSpPr>
        <p:spPr/>
        <p:txBody>
          <a:bodyPr>
            <a:normAutofit fontScale="77500" lnSpcReduction="20000"/>
          </a:bodyPr>
          <a:lstStyle/>
          <a:p>
            <a:r>
              <a:rPr lang="en-US" sz="3300" b="1" i="0" dirty="0">
                <a:solidFill>
                  <a:srgbClr val="222222"/>
                </a:solidFill>
                <a:effectLst/>
              </a:rPr>
              <a:t>Benefit</a:t>
            </a:r>
            <a:r>
              <a:rPr lang="en-US" sz="3300" b="0" i="0" dirty="0">
                <a:solidFill>
                  <a:srgbClr val="222222"/>
                </a:solidFill>
                <a:effectLst/>
              </a:rPr>
              <a:t>:</a:t>
            </a:r>
          </a:p>
          <a:p>
            <a:r>
              <a:rPr lang="en-US" sz="3300" dirty="0">
                <a:solidFill>
                  <a:srgbClr val="222222"/>
                </a:solidFill>
              </a:rPr>
              <a:t> The process is visible </a:t>
            </a:r>
          </a:p>
          <a:p>
            <a:pPr marL="685800" lvl="2">
              <a:spcBef>
                <a:spcPts val="1000"/>
              </a:spcBef>
            </a:pPr>
            <a:r>
              <a:rPr lang="en-US" sz="2800" dirty="0">
                <a:solidFill>
                  <a:srgbClr val="222222"/>
                </a:solidFill>
              </a:rPr>
              <a:t>Documentation is produced at each phase</a:t>
            </a:r>
          </a:p>
          <a:p>
            <a:r>
              <a:rPr lang="en-US" sz="3300" b="1" dirty="0">
                <a:solidFill>
                  <a:srgbClr val="222222"/>
                </a:solidFill>
              </a:rPr>
              <a:t>Problems:</a:t>
            </a:r>
          </a:p>
          <a:p>
            <a:r>
              <a:rPr lang="en-US" sz="3300" dirty="0">
                <a:solidFill>
                  <a:srgbClr val="222222"/>
                </a:solidFill>
              </a:rPr>
              <a:t> </a:t>
            </a:r>
            <a:r>
              <a:rPr lang="en-GB" sz="3100" dirty="0">
                <a:solidFill>
                  <a:srgbClr val="222222"/>
                </a:solidFill>
              </a:rPr>
              <a:t>Inflexible partitioning of the project into distinct stages makes it difficult to respond to changing customer requirements.</a:t>
            </a:r>
          </a:p>
          <a:p>
            <a:pPr marL="685800" lvl="2">
              <a:spcBef>
                <a:spcPts val="1000"/>
              </a:spcBef>
            </a:pPr>
            <a:r>
              <a:rPr lang="en-GB" sz="2800" dirty="0">
                <a:solidFill>
                  <a:srgbClr val="222222"/>
                </a:solidFill>
              </a:rPr>
              <a:t>Therefore, this model is only appropriate when the requirements are well-understood and changes will be fairly limited during the design process. </a:t>
            </a:r>
          </a:p>
          <a:p>
            <a:pPr marL="685800" lvl="2">
              <a:spcBef>
                <a:spcPts val="1000"/>
              </a:spcBef>
            </a:pPr>
            <a:r>
              <a:rPr lang="en-GB" sz="2800" dirty="0">
                <a:solidFill>
                  <a:srgbClr val="222222"/>
                </a:solidFill>
              </a:rPr>
              <a:t>Few business systems have stable requirements.</a:t>
            </a:r>
          </a:p>
          <a:p>
            <a:r>
              <a:rPr lang="en-GB" dirty="0"/>
              <a:t>The waterfall model is mostly used for large systems engineering projects where a system is developed at several sites.</a:t>
            </a:r>
          </a:p>
          <a:p>
            <a:pPr lvl="1"/>
            <a:r>
              <a:rPr lang="en-GB" sz="2800" dirty="0"/>
              <a:t>In those circumstances, the plan-driven nature of the waterfall model helps coordinate the work. </a:t>
            </a:r>
          </a:p>
          <a:p>
            <a:pPr marL="685800" lvl="2">
              <a:spcBef>
                <a:spcPts val="1000"/>
              </a:spcBef>
            </a:pPr>
            <a:endParaRPr lang="en-GB" sz="2400" dirty="0">
              <a:solidFill>
                <a:srgbClr val="222222"/>
              </a:solidFill>
            </a:endParaRPr>
          </a:p>
          <a:p>
            <a:pPr marL="0" indent="0">
              <a:buNone/>
            </a:pPr>
            <a:endParaRPr lang="en-US" dirty="0">
              <a:solidFill>
                <a:srgbClr val="222222"/>
              </a:solidFill>
            </a:endParaRPr>
          </a:p>
        </p:txBody>
      </p:sp>
    </p:spTree>
    <p:extLst>
      <p:ext uri="{BB962C8B-B14F-4D97-AF65-F5344CB8AC3E}">
        <p14:creationId xmlns:p14="http://schemas.microsoft.com/office/powerpoint/2010/main" val="4677885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032C29-C748-0D77-EE5B-736BF9E4858E}"/>
              </a:ext>
            </a:extLst>
          </p:cNvPr>
          <p:cNvSpPr>
            <a:spLocks noGrp="1"/>
          </p:cNvSpPr>
          <p:nvPr>
            <p:ph type="title"/>
          </p:nvPr>
        </p:nvSpPr>
        <p:spPr>
          <a:xfrm>
            <a:off x="984320" y="208528"/>
            <a:ext cx="10515600" cy="1325563"/>
          </a:xfrm>
        </p:spPr>
        <p:txBody>
          <a:bodyPr/>
          <a:lstStyle/>
          <a:p>
            <a:r>
              <a:rPr lang="en-US" dirty="0"/>
              <a:t>The Waterfall Model</a:t>
            </a:r>
            <a:endParaRPr lang="en-ZA" dirty="0"/>
          </a:p>
        </p:txBody>
      </p:sp>
      <p:sp>
        <p:nvSpPr>
          <p:cNvPr id="3" name="Content Placeholder 2">
            <a:extLst>
              <a:ext uri="{FF2B5EF4-FFF2-40B4-BE49-F238E27FC236}">
                <a16:creationId xmlns:a16="http://schemas.microsoft.com/office/drawing/2014/main" id="{DC2AAB5B-4B81-4818-95C8-CEAE27B65B40}"/>
              </a:ext>
            </a:extLst>
          </p:cNvPr>
          <p:cNvSpPr>
            <a:spLocks noGrp="1"/>
          </p:cNvSpPr>
          <p:nvPr>
            <p:ph idx="1"/>
          </p:nvPr>
        </p:nvSpPr>
        <p:spPr>
          <a:xfrm>
            <a:off x="838200" y="1195754"/>
            <a:ext cx="10807840" cy="4981209"/>
          </a:xfrm>
        </p:spPr>
        <p:txBody>
          <a:bodyPr/>
          <a:lstStyle/>
          <a:p>
            <a:endParaRPr lang="en-ZA" dirty="0"/>
          </a:p>
        </p:txBody>
      </p:sp>
      <p:pic>
        <p:nvPicPr>
          <p:cNvPr id="4" name="Picture 3">
            <a:extLst>
              <a:ext uri="{FF2B5EF4-FFF2-40B4-BE49-F238E27FC236}">
                <a16:creationId xmlns:a16="http://schemas.microsoft.com/office/drawing/2014/main" id="{E6537EAA-C738-6782-7B3A-DCAF77B8B501}"/>
              </a:ext>
            </a:extLst>
          </p:cNvPr>
          <p:cNvPicPr>
            <a:picLocks noChangeAspect="1"/>
          </p:cNvPicPr>
          <p:nvPr/>
        </p:nvPicPr>
        <p:blipFill>
          <a:blip r:embed="rId2"/>
          <a:stretch>
            <a:fillRect/>
          </a:stretch>
        </p:blipFill>
        <p:spPr>
          <a:xfrm>
            <a:off x="762560" y="3384394"/>
            <a:ext cx="6915680" cy="2602296"/>
          </a:xfrm>
          <a:prstGeom prst="rect">
            <a:avLst/>
          </a:prstGeom>
        </p:spPr>
      </p:pic>
      <p:pic>
        <p:nvPicPr>
          <p:cNvPr id="5" name="Picture 4">
            <a:extLst>
              <a:ext uri="{FF2B5EF4-FFF2-40B4-BE49-F238E27FC236}">
                <a16:creationId xmlns:a16="http://schemas.microsoft.com/office/drawing/2014/main" id="{792E2B96-B948-C455-FA0B-3BF80CEF49F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0" y="1240272"/>
            <a:ext cx="6840039" cy="1953849"/>
          </a:xfrm>
          <a:prstGeom prst="rect">
            <a:avLst/>
          </a:prstGeom>
        </p:spPr>
      </p:pic>
    </p:spTree>
    <p:extLst>
      <p:ext uri="{BB962C8B-B14F-4D97-AF65-F5344CB8AC3E}">
        <p14:creationId xmlns:p14="http://schemas.microsoft.com/office/powerpoint/2010/main" val="28857107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78EF73-C8D7-CD2D-2208-46108446CE9B}"/>
              </a:ext>
            </a:extLst>
          </p:cNvPr>
          <p:cNvSpPr>
            <a:spLocks noGrp="1"/>
          </p:cNvSpPr>
          <p:nvPr>
            <p:ph type="title"/>
          </p:nvPr>
        </p:nvSpPr>
        <p:spPr/>
        <p:txBody>
          <a:bodyPr/>
          <a:lstStyle/>
          <a:p>
            <a:r>
              <a:rPr lang="en-US" dirty="0"/>
              <a:t>Incremental Development</a:t>
            </a:r>
            <a:endParaRPr lang="en-ZA" dirty="0"/>
          </a:p>
        </p:txBody>
      </p:sp>
      <p:sp>
        <p:nvSpPr>
          <p:cNvPr id="3" name="Content Placeholder 2">
            <a:extLst>
              <a:ext uri="{FF2B5EF4-FFF2-40B4-BE49-F238E27FC236}">
                <a16:creationId xmlns:a16="http://schemas.microsoft.com/office/drawing/2014/main" id="{C51344E9-CA73-7874-FE62-2DAA583DD652}"/>
              </a:ext>
            </a:extLst>
          </p:cNvPr>
          <p:cNvSpPr>
            <a:spLocks noGrp="1"/>
          </p:cNvSpPr>
          <p:nvPr>
            <p:ph idx="1"/>
          </p:nvPr>
        </p:nvSpPr>
        <p:spPr/>
        <p:txBody>
          <a:bodyPr/>
          <a:lstStyle/>
          <a:p>
            <a:pPr>
              <a:lnSpc>
                <a:spcPct val="100000"/>
              </a:lnSpc>
            </a:pPr>
            <a:r>
              <a:rPr lang="en-US" b="0" i="0" dirty="0">
                <a:solidFill>
                  <a:srgbClr val="222222"/>
                </a:solidFill>
                <a:effectLst/>
              </a:rPr>
              <a:t>Incremental development is based on the idea of developing an initial implementation, exposing this to user comment and evolving it through several versions until an adequate (acceptable) system has been developed.</a:t>
            </a:r>
          </a:p>
          <a:p>
            <a:pPr>
              <a:lnSpc>
                <a:spcPct val="100000"/>
              </a:lnSpc>
            </a:pPr>
            <a:r>
              <a:rPr lang="en-US" b="0" i="0" dirty="0">
                <a:solidFill>
                  <a:srgbClr val="222222"/>
                </a:solidFill>
                <a:effectLst/>
              </a:rPr>
              <a:t>Generally, the early increments of the system include the most important or most urgently required functionality. </a:t>
            </a:r>
          </a:p>
          <a:p>
            <a:pPr>
              <a:lnSpc>
                <a:spcPct val="100000"/>
              </a:lnSpc>
            </a:pPr>
            <a:r>
              <a:rPr lang="en-US" b="0" i="0" dirty="0">
                <a:solidFill>
                  <a:srgbClr val="222222"/>
                </a:solidFill>
                <a:effectLst/>
              </a:rPr>
              <a:t>Can be either plan-driven, agile, or a mixture of both.</a:t>
            </a:r>
            <a:endParaRPr lang="en-ZA" dirty="0"/>
          </a:p>
        </p:txBody>
      </p:sp>
    </p:spTree>
    <p:extLst>
      <p:ext uri="{BB962C8B-B14F-4D97-AF65-F5344CB8AC3E}">
        <p14:creationId xmlns:p14="http://schemas.microsoft.com/office/powerpoint/2010/main" val="42388967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8371E6-1F9A-577F-6F84-0682EB590798}"/>
              </a:ext>
            </a:extLst>
          </p:cNvPr>
          <p:cNvSpPr>
            <a:spLocks noGrp="1"/>
          </p:cNvSpPr>
          <p:nvPr>
            <p:ph type="title"/>
          </p:nvPr>
        </p:nvSpPr>
        <p:spPr/>
        <p:txBody>
          <a:bodyPr/>
          <a:lstStyle/>
          <a:p>
            <a:r>
              <a:rPr lang="en-US" dirty="0"/>
              <a:t>Incremental Development</a:t>
            </a:r>
            <a:endParaRPr lang="en-ZA" dirty="0"/>
          </a:p>
        </p:txBody>
      </p:sp>
      <p:sp>
        <p:nvSpPr>
          <p:cNvPr id="3" name="Content Placeholder 2">
            <a:extLst>
              <a:ext uri="{FF2B5EF4-FFF2-40B4-BE49-F238E27FC236}">
                <a16:creationId xmlns:a16="http://schemas.microsoft.com/office/drawing/2014/main" id="{45100EA3-CF95-E659-3814-C6C7375FCDBB}"/>
              </a:ext>
            </a:extLst>
          </p:cNvPr>
          <p:cNvSpPr>
            <a:spLocks noGrp="1"/>
          </p:cNvSpPr>
          <p:nvPr>
            <p:ph idx="1"/>
          </p:nvPr>
        </p:nvSpPr>
        <p:spPr>
          <a:xfrm>
            <a:off x="838200" y="1825625"/>
            <a:ext cx="10515600" cy="4312528"/>
          </a:xfrm>
        </p:spPr>
        <p:txBody>
          <a:bodyPr/>
          <a:lstStyle/>
          <a:p>
            <a:r>
              <a:rPr lang="en-US" b="1" i="0" dirty="0">
                <a:solidFill>
                  <a:srgbClr val="222222"/>
                </a:solidFill>
                <a:effectLst/>
              </a:rPr>
              <a:t>Benefits: </a:t>
            </a:r>
          </a:p>
          <a:p>
            <a:r>
              <a:rPr lang="en-US" b="0" i="0" dirty="0">
                <a:solidFill>
                  <a:srgbClr val="222222"/>
                </a:solidFill>
                <a:effectLst/>
              </a:rPr>
              <a:t>The cost of accommodating changing customer requirements is reduced </a:t>
            </a:r>
          </a:p>
          <a:p>
            <a:r>
              <a:rPr lang="en-US" b="0" i="0" dirty="0">
                <a:solidFill>
                  <a:srgbClr val="222222"/>
                </a:solidFill>
                <a:effectLst/>
              </a:rPr>
              <a:t>It is easier to get customer feedback on the development work that has been done .</a:t>
            </a:r>
          </a:p>
          <a:p>
            <a:r>
              <a:rPr lang="en-US" b="0" i="0" dirty="0">
                <a:solidFill>
                  <a:srgbClr val="222222"/>
                </a:solidFill>
                <a:effectLst/>
              </a:rPr>
              <a:t>More rapid delivery and deployment of useful software to the customer is possible</a:t>
            </a:r>
            <a:endParaRPr lang="en-ZA" dirty="0"/>
          </a:p>
        </p:txBody>
      </p:sp>
    </p:spTree>
    <p:extLst>
      <p:ext uri="{BB962C8B-B14F-4D97-AF65-F5344CB8AC3E}">
        <p14:creationId xmlns:p14="http://schemas.microsoft.com/office/powerpoint/2010/main" val="731076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BAB9E7-730C-A994-9381-9C6CED525D08}"/>
              </a:ext>
            </a:extLst>
          </p:cNvPr>
          <p:cNvSpPr>
            <a:spLocks noGrp="1"/>
          </p:cNvSpPr>
          <p:nvPr>
            <p:ph type="title"/>
          </p:nvPr>
        </p:nvSpPr>
        <p:spPr/>
        <p:txBody>
          <a:bodyPr/>
          <a:lstStyle/>
          <a:p>
            <a:r>
              <a:rPr lang="en-US" dirty="0"/>
              <a:t>Incremental Development</a:t>
            </a:r>
            <a:endParaRPr lang="en-ZA" dirty="0"/>
          </a:p>
        </p:txBody>
      </p:sp>
      <p:sp>
        <p:nvSpPr>
          <p:cNvPr id="3" name="Content Placeholder 2">
            <a:extLst>
              <a:ext uri="{FF2B5EF4-FFF2-40B4-BE49-F238E27FC236}">
                <a16:creationId xmlns:a16="http://schemas.microsoft.com/office/drawing/2014/main" id="{D1B98F97-FA10-5C9E-7897-615F1AC3B3F2}"/>
              </a:ext>
            </a:extLst>
          </p:cNvPr>
          <p:cNvSpPr>
            <a:spLocks noGrp="1"/>
          </p:cNvSpPr>
          <p:nvPr>
            <p:ph idx="1"/>
          </p:nvPr>
        </p:nvSpPr>
        <p:spPr/>
        <p:txBody>
          <a:bodyPr/>
          <a:lstStyle/>
          <a:p>
            <a:r>
              <a:rPr lang="en-US" b="1" i="0" dirty="0">
                <a:solidFill>
                  <a:srgbClr val="222222"/>
                </a:solidFill>
                <a:effectLst/>
              </a:rPr>
              <a:t>Problems: </a:t>
            </a:r>
          </a:p>
          <a:p>
            <a:r>
              <a:rPr lang="en-US" b="0" i="0" dirty="0">
                <a:solidFill>
                  <a:srgbClr val="222222"/>
                </a:solidFill>
                <a:effectLst/>
              </a:rPr>
              <a:t>The process is not visible </a:t>
            </a:r>
          </a:p>
          <a:p>
            <a:pPr lvl="1"/>
            <a:r>
              <a:rPr lang="en-US" b="0" i="0" dirty="0">
                <a:solidFill>
                  <a:srgbClr val="222222"/>
                </a:solidFill>
                <a:effectLst/>
              </a:rPr>
              <a:t>Managers need regular deliverables to measure progress </a:t>
            </a:r>
          </a:p>
          <a:p>
            <a:r>
              <a:rPr lang="en-US" b="0" i="0" dirty="0">
                <a:solidFill>
                  <a:srgbClr val="222222"/>
                </a:solidFill>
                <a:effectLst/>
              </a:rPr>
              <a:t>System structure tends to degrade as new increments are added </a:t>
            </a:r>
          </a:p>
          <a:p>
            <a:pPr lvl="1"/>
            <a:r>
              <a:rPr lang="en-US" b="0" i="0" dirty="0">
                <a:solidFill>
                  <a:srgbClr val="222222"/>
                </a:solidFill>
                <a:effectLst/>
              </a:rPr>
              <a:t>Unless time and money is spent on refactoring to improve the software, regular change tends to corrupt its structure.</a:t>
            </a:r>
            <a:endParaRPr lang="en-ZA" dirty="0"/>
          </a:p>
        </p:txBody>
      </p:sp>
    </p:spTree>
    <p:extLst>
      <p:ext uri="{BB962C8B-B14F-4D97-AF65-F5344CB8AC3E}">
        <p14:creationId xmlns:p14="http://schemas.microsoft.com/office/powerpoint/2010/main" val="23016687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165417-7DD6-178F-781D-FBAC2DED09D4}"/>
              </a:ext>
            </a:extLst>
          </p:cNvPr>
          <p:cNvSpPr>
            <a:spLocks noGrp="1"/>
          </p:cNvSpPr>
          <p:nvPr>
            <p:ph type="title"/>
          </p:nvPr>
        </p:nvSpPr>
        <p:spPr/>
        <p:txBody>
          <a:bodyPr/>
          <a:lstStyle/>
          <a:p>
            <a:r>
              <a:rPr lang="en-US" dirty="0"/>
              <a:t>Characteristics of incremental</a:t>
            </a:r>
            <a:endParaRPr lang="en-ZA" dirty="0"/>
          </a:p>
        </p:txBody>
      </p:sp>
      <p:sp>
        <p:nvSpPr>
          <p:cNvPr id="3" name="Content Placeholder 2">
            <a:extLst>
              <a:ext uri="{FF2B5EF4-FFF2-40B4-BE49-F238E27FC236}">
                <a16:creationId xmlns:a16="http://schemas.microsoft.com/office/drawing/2014/main" id="{C809FEBC-05CF-D46A-5E12-F2633C446F38}"/>
              </a:ext>
            </a:extLst>
          </p:cNvPr>
          <p:cNvSpPr>
            <a:spLocks noGrp="1"/>
          </p:cNvSpPr>
          <p:nvPr>
            <p:ph idx="1"/>
          </p:nvPr>
        </p:nvSpPr>
        <p:spPr/>
        <p:txBody>
          <a:bodyPr/>
          <a:lstStyle/>
          <a:p>
            <a:r>
              <a:rPr lang="en-US" sz="4000" dirty="0"/>
              <a:t>Most common approach</a:t>
            </a:r>
          </a:p>
          <a:p>
            <a:r>
              <a:rPr lang="en-US" sz="4000" dirty="0"/>
              <a:t>Used in agile, plan-driven or hybrid</a:t>
            </a:r>
          </a:p>
          <a:p>
            <a:r>
              <a:rPr lang="en-US" sz="4000" dirty="0"/>
              <a:t>Allows for discovery of functionality</a:t>
            </a:r>
          </a:p>
          <a:p>
            <a:endParaRPr lang="en-ZA" dirty="0"/>
          </a:p>
        </p:txBody>
      </p:sp>
    </p:spTree>
    <p:extLst>
      <p:ext uri="{BB962C8B-B14F-4D97-AF65-F5344CB8AC3E}">
        <p14:creationId xmlns:p14="http://schemas.microsoft.com/office/powerpoint/2010/main" val="34886147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576E97-895B-08BC-7C62-9D8F26CB6912}"/>
              </a:ext>
            </a:extLst>
          </p:cNvPr>
          <p:cNvSpPr>
            <a:spLocks noGrp="1"/>
          </p:cNvSpPr>
          <p:nvPr>
            <p:ph type="title"/>
          </p:nvPr>
        </p:nvSpPr>
        <p:spPr/>
        <p:txBody>
          <a:bodyPr/>
          <a:lstStyle/>
          <a:p>
            <a:r>
              <a:rPr lang="en-US" dirty="0"/>
              <a:t>Incremental Development Model</a:t>
            </a:r>
            <a:endParaRPr lang="en-ZA" dirty="0"/>
          </a:p>
        </p:txBody>
      </p:sp>
      <p:pic>
        <p:nvPicPr>
          <p:cNvPr id="4" name="Content Placeholder 3">
            <a:extLst>
              <a:ext uri="{FF2B5EF4-FFF2-40B4-BE49-F238E27FC236}">
                <a16:creationId xmlns:a16="http://schemas.microsoft.com/office/drawing/2014/main" id="{DDFDE122-E071-3549-CDD4-F84CF6D08332}"/>
              </a:ext>
            </a:extLst>
          </p:cNvPr>
          <p:cNvPicPr>
            <a:picLocks noGrp="1" noChangeAspect="1"/>
          </p:cNvPicPr>
          <p:nvPr>
            <p:ph idx="1"/>
          </p:nvPr>
        </p:nvPicPr>
        <p:blipFill>
          <a:blip r:embed="rId2"/>
          <a:stretch>
            <a:fillRect/>
          </a:stretch>
        </p:blipFill>
        <p:spPr>
          <a:xfrm>
            <a:off x="1510639" y="1702190"/>
            <a:ext cx="7517019" cy="4054191"/>
          </a:xfrm>
          <a:prstGeom prst="rect">
            <a:avLst/>
          </a:prstGeom>
        </p:spPr>
      </p:pic>
    </p:spTree>
    <p:extLst>
      <p:ext uri="{BB962C8B-B14F-4D97-AF65-F5344CB8AC3E}">
        <p14:creationId xmlns:p14="http://schemas.microsoft.com/office/powerpoint/2010/main" val="9300806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3A12E1-8C74-0758-B9B4-20312343F504}"/>
              </a:ext>
            </a:extLst>
          </p:cNvPr>
          <p:cNvSpPr>
            <a:spLocks noGrp="1"/>
          </p:cNvSpPr>
          <p:nvPr>
            <p:ph type="title"/>
          </p:nvPr>
        </p:nvSpPr>
        <p:spPr/>
        <p:txBody>
          <a:bodyPr/>
          <a:lstStyle/>
          <a:p>
            <a:r>
              <a:rPr lang="en-US" sz="4400" dirty="0"/>
              <a:t>Integration and configuration</a:t>
            </a:r>
            <a:endParaRPr lang="en-ZA" dirty="0"/>
          </a:p>
        </p:txBody>
      </p:sp>
      <p:sp>
        <p:nvSpPr>
          <p:cNvPr id="3" name="Content Placeholder 2">
            <a:extLst>
              <a:ext uri="{FF2B5EF4-FFF2-40B4-BE49-F238E27FC236}">
                <a16:creationId xmlns:a16="http://schemas.microsoft.com/office/drawing/2014/main" id="{EC054547-6EEF-6F73-F419-ED4AD754BCDF}"/>
              </a:ext>
            </a:extLst>
          </p:cNvPr>
          <p:cNvSpPr>
            <a:spLocks noGrp="1"/>
          </p:cNvSpPr>
          <p:nvPr>
            <p:ph idx="1"/>
          </p:nvPr>
        </p:nvSpPr>
        <p:spPr/>
        <p:txBody>
          <a:bodyPr/>
          <a:lstStyle/>
          <a:p>
            <a:r>
              <a:rPr lang="en-US" b="0" i="0" dirty="0">
                <a:solidFill>
                  <a:srgbClr val="222222"/>
                </a:solidFill>
                <a:effectLst/>
              </a:rPr>
              <a:t>Based on software reuse where systems are integrated from existing components or COTS (Commercial-off-the-shelf) systems. </a:t>
            </a:r>
          </a:p>
          <a:p>
            <a:r>
              <a:rPr lang="en-US" b="0" i="0" dirty="0">
                <a:solidFill>
                  <a:srgbClr val="222222"/>
                </a:solidFill>
                <a:effectLst/>
              </a:rPr>
              <a:t>Reused elements may be configured to adapt their </a:t>
            </a:r>
            <a:r>
              <a:rPr lang="en-US" b="0" i="0" dirty="0" err="1">
                <a:solidFill>
                  <a:srgbClr val="222222"/>
                </a:solidFill>
                <a:effectLst/>
              </a:rPr>
              <a:t>behaviour</a:t>
            </a:r>
            <a:r>
              <a:rPr lang="en-US" b="0" i="0" dirty="0">
                <a:solidFill>
                  <a:srgbClr val="222222"/>
                </a:solidFill>
                <a:effectLst/>
              </a:rPr>
              <a:t> and functionality to a user's requirements </a:t>
            </a:r>
          </a:p>
          <a:p>
            <a:r>
              <a:rPr lang="en-US" b="0" i="0" dirty="0">
                <a:solidFill>
                  <a:srgbClr val="222222"/>
                </a:solidFill>
                <a:effectLst/>
              </a:rPr>
              <a:t>Reuse is now the standard approach for building many types of business system</a:t>
            </a:r>
            <a:endParaRPr lang="en-ZA" dirty="0"/>
          </a:p>
        </p:txBody>
      </p:sp>
    </p:spTree>
    <p:extLst>
      <p:ext uri="{BB962C8B-B14F-4D97-AF65-F5344CB8AC3E}">
        <p14:creationId xmlns:p14="http://schemas.microsoft.com/office/powerpoint/2010/main" val="18511129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4B3D91-BB32-CF73-ED20-AEB781574E97}"/>
              </a:ext>
            </a:extLst>
          </p:cNvPr>
          <p:cNvSpPr>
            <a:spLocks noGrp="1"/>
          </p:cNvSpPr>
          <p:nvPr>
            <p:ph type="title"/>
          </p:nvPr>
        </p:nvSpPr>
        <p:spPr/>
        <p:txBody>
          <a:bodyPr/>
          <a:lstStyle/>
          <a:p>
            <a:r>
              <a:rPr lang="en-US" dirty="0"/>
              <a:t>Types of reusable software</a:t>
            </a:r>
            <a:endParaRPr lang="en-ZA" dirty="0"/>
          </a:p>
        </p:txBody>
      </p:sp>
      <p:sp>
        <p:nvSpPr>
          <p:cNvPr id="3" name="Content Placeholder 2">
            <a:extLst>
              <a:ext uri="{FF2B5EF4-FFF2-40B4-BE49-F238E27FC236}">
                <a16:creationId xmlns:a16="http://schemas.microsoft.com/office/drawing/2014/main" id="{575CDB34-1AEB-48AD-9B36-B380BB00F499}"/>
              </a:ext>
            </a:extLst>
          </p:cNvPr>
          <p:cNvSpPr>
            <a:spLocks noGrp="1"/>
          </p:cNvSpPr>
          <p:nvPr>
            <p:ph idx="1"/>
          </p:nvPr>
        </p:nvSpPr>
        <p:spPr/>
        <p:txBody>
          <a:bodyPr/>
          <a:lstStyle/>
          <a:p>
            <a:r>
              <a:rPr lang="en-US" b="0" i="0" dirty="0">
                <a:solidFill>
                  <a:srgbClr val="222222"/>
                </a:solidFill>
                <a:effectLst/>
              </a:rPr>
              <a:t>Stand-alone application systems (sometimes called COTS) that are configured for use in a particular environment. </a:t>
            </a:r>
          </a:p>
          <a:p>
            <a:r>
              <a:rPr lang="en-US" b="0" i="0" dirty="0">
                <a:solidFill>
                  <a:srgbClr val="222222"/>
                </a:solidFill>
                <a:effectLst/>
              </a:rPr>
              <a:t>Collections of objects that are developed as a package to be integrated with a component framework such as NET or JEE, OOP.</a:t>
            </a:r>
          </a:p>
          <a:p>
            <a:r>
              <a:rPr lang="en-US" b="0" i="0" dirty="0">
                <a:solidFill>
                  <a:srgbClr val="222222"/>
                </a:solidFill>
                <a:effectLst/>
              </a:rPr>
              <a:t>Web services that are developed according to service standards and which are available for remote invocation.</a:t>
            </a:r>
            <a:endParaRPr lang="en-ZA" dirty="0"/>
          </a:p>
        </p:txBody>
      </p:sp>
    </p:spTree>
    <p:extLst>
      <p:ext uri="{BB962C8B-B14F-4D97-AF65-F5344CB8AC3E}">
        <p14:creationId xmlns:p14="http://schemas.microsoft.com/office/powerpoint/2010/main" val="32200084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E7BDA2-2063-DA31-97B9-35A21C868A33}"/>
              </a:ext>
            </a:extLst>
          </p:cNvPr>
          <p:cNvSpPr>
            <a:spLocks noGrp="1"/>
          </p:cNvSpPr>
          <p:nvPr>
            <p:ph type="title"/>
          </p:nvPr>
        </p:nvSpPr>
        <p:spPr/>
        <p:txBody>
          <a:bodyPr/>
          <a:lstStyle/>
          <a:p>
            <a:r>
              <a:rPr lang="en-US" dirty="0"/>
              <a:t>Integration and configuration Advantages and disadvantages</a:t>
            </a:r>
            <a:endParaRPr lang="en-ZA" dirty="0"/>
          </a:p>
        </p:txBody>
      </p:sp>
      <p:sp>
        <p:nvSpPr>
          <p:cNvPr id="3" name="Content Placeholder 2">
            <a:extLst>
              <a:ext uri="{FF2B5EF4-FFF2-40B4-BE49-F238E27FC236}">
                <a16:creationId xmlns:a16="http://schemas.microsoft.com/office/drawing/2014/main" id="{75AF491D-F711-6F21-AB4A-A65ED79D2731}"/>
              </a:ext>
            </a:extLst>
          </p:cNvPr>
          <p:cNvSpPr>
            <a:spLocks noGrp="1"/>
          </p:cNvSpPr>
          <p:nvPr>
            <p:ph idx="1"/>
          </p:nvPr>
        </p:nvSpPr>
        <p:spPr/>
        <p:txBody>
          <a:bodyPr/>
          <a:lstStyle/>
          <a:p>
            <a:pPr marL="0" indent="0">
              <a:buNone/>
            </a:pPr>
            <a:r>
              <a:rPr lang="en-US" b="1" dirty="0"/>
              <a:t>Advantages</a:t>
            </a:r>
            <a:endParaRPr lang="en-US" sz="2800" b="1" dirty="0"/>
          </a:p>
          <a:p>
            <a:pPr marL="457200" indent="-457200">
              <a:buFont typeface="Wingdings" panose="05000000000000000000" pitchFamily="2" charset="2"/>
              <a:buChar char="Ø"/>
            </a:pPr>
            <a:r>
              <a:rPr lang="en-US" sz="2800" dirty="0"/>
              <a:t>Reduced costs and risks as less software is developed from scratch</a:t>
            </a:r>
          </a:p>
          <a:p>
            <a:pPr marL="457200" indent="-457200">
              <a:buFont typeface="Wingdings" panose="05000000000000000000" pitchFamily="2" charset="2"/>
              <a:buChar char="Ø"/>
            </a:pPr>
            <a:r>
              <a:rPr lang="en-US" sz="2800" dirty="0"/>
              <a:t>Faster delivery and deployment of system</a:t>
            </a:r>
          </a:p>
          <a:p>
            <a:pPr marL="0" indent="0">
              <a:buNone/>
            </a:pPr>
            <a:r>
              <a:rPr lang="en-US" b="1" dirty="0"/>
              <a:t>Disadvantages</a:t>
            </a:r>
            <a:endParaRPr lang="en-US" sz="2800" b="1" dirty="0"/>
          </a:p>
          <a:p>
            <a:pPr marL="457200" indent="-457200">
              <a:buFont typeface="Wingdings" panose="05000000000000000000" pitchFamily="2" charset="2"/>
              <a:buChar char="Ø"/>
            </a:pPr>
            <a:r>
              <a:rPr lang="en-US" dirty="0"/>
              <a:t>Requirements compromises are inevitable so system may not meet real needs of users</a:t>
            </a:r>
            <a:endParaRPr lang="en-US" sz="2800" dirty="0"/>
          </a:p>
          <a:p>
            <a:pPr marL="457200" indent="-457200">
              <a:buFont typeface="Wingdings" panose="05000000000000000000" pitchFamily="2" charset="2"/>
              <a:buChar char="Ø"/>
            </a:pPr>
            <a:r>
              <a:rPr lang="en-US" sz="2800" dirty="0"/>
              <a:t>Loss of control over evolution of reused system elements</a:t>
            </a:r>
          </a:p>
          <a:p>
            <a:endParaRPr lang="en-ZA" dirty="0"/>
          </a:p>
        </p:txBody>
      </p:sp>
    </p:spTree>
    <p:extLst>
      <p:ext uri="{BB962C8B-B14F-4D97-AF65-F5344CB8AC3E}">
        <p14:creationId xmlns:p14="http://schemas.microsoft.com/office/powerpoint/2010/main" val="9399847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BB44F8-B05F-AC74-11C4-C2518BB46A98}"/>
              </a:ext>
            </a:extLst>
          </p:cNvPr>
          <p:cNvSpPr>
            <a:spLocks noGrp="1"/>
          </p:cNvSpPr>
          <p:nvPr>
            <p:ph type="title"/>
          </p:nvPr>
        </p:nvSpPr>
        <p:spPr/>
        <p:txBody>
          <a:bodyPr/>
          <a:lstStyle/>
          <a:p>
            <a:r>
              <a:rPr lang="en-US" sz="4400" dirty="0"/>
              <a:t>Integration and configuration</a:t>
            </a:r>
            <a:endParaRPr lang="en-ZA" dirty="0"/>
          </a:p>
        </p:txBody>
      </p:sp>
      <p:pic>
        <p:nvPicPr>
          <p:cNvPr id="4" name="Content Placeholder 3">
            <a:extLst>
              <a:ext uri="{FF2B5EF4-FFF2-40B4-BE49-F238E27FC236}">
                <a16:creationId xmlns:a16="http://schemas.microsoft.com/office/drawing/2014/main" id="{8752773D-C465-8E4E-F8FE-6C9D6A3D7161}"/>
              </a:ext>
            </a:extLst>
          </p:cNvPr>
          <p:cNvPicPr>
            <a:picLocks noGrp="1" noChangeAspect="1"/>
          </p:cNvPicPr>
          <p:nvPr>
            <p:ph idx="1"/>
          </p:nvPr>
        </p:nvPicPr>
        <p:blipFill>
          <a:blip r:embed="rId2"/>
          <a:stretch>
            <a:fillRect/>
          </a:stretch>
        </p:blipFill>
        <p:spPr>
          <a:xfrm>
            <a:off x="1700403" y="2175383"/>
            <a:ext cx="8791194" cy="3651821"/>
          </a:xfrm>
          <a:prstGeom prst="rect">
            <a:avLst/>
          </a:prstGeom>
        </p:spPr>
      </p:pic>
    </p:spTree>
    <p:extLst>
      <p:ext uri="{BB962C8B-B14F-4D97-AF65-F5344CB8AC3E}">
        <p14:creationId xmlns:p14="http://schemas.microsoft.com/office/powerpoint/2010/main" val="34091323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E84A22-35B2-97EF-0946-4A90C6B6726D}"/>
              </a:ext>
            </a:extLst>
          </p:cNvPr>
          <p:cNvSpPr>
            <a:spLocks noGrp="1"/>
          </p:cNvSpPr>
          <p:nvPr>
            <p:ph type="title"/>
          </p:nvPr>
        </p:nvSpPr>
        <p:spPr/>
        <p:txBody>
          <a:bodyPr/>
          <a:lstStyle/>
          <a:p>
            <a:r>
              <a:rPr lang="en-US" dirty="0"/>
              <a:t>Process activities</a:t>
            </a:r>
            <a:endParaRPr lang="en-ZA" dirty="0"/>
          </a:p>
        </p:txBody>
      </p:sp>
      <p:sp>
        <p:nvSpPr>
          <p:cNvPr id="3" name="Content Placeholder 2">
            <a:extLst>
              <a:ext uri="{FF2B5EF4-FFF2-40B4-BE49-F238E27FC236}">
                <a16:creationId xmlns:a16="http://schemas.microsoft.com/office/drawing/2014/main" id="{1B8ABC7C-9A38-2FF9-10D6-3AC8672061EB}"/>
              </a:ext>
            </a:extLst>
          </p:cNvPr>
          <p:cNvSpPr>
            <a:spLocks noGrp="1"/>
          </p:cNvSpPr>
          <p:nvPr>
            <p:ph idx="1"/>
          </p:nvPr>
        </p:nvSpPr>
        <p:spPr/>
        <p:txBody>
          <a:bodyPr/>
          <a:lstStyle/>
          <a:p>
            <a:r>
              <a:rPr lang="en-US" b="0" i="0" dirty="0">
                <a:solidFill>
                  <a:srgbClr val="222222"/>
                </a:solidFill>
                <a:effectLst/>
              </a:rPr>
              <a:t>The four basic process activities </a:t>
            </a:r>
            <a:r>
              <a:rPr lang="en-US" b="1" i="0" dirty="0">
                <a:solidFill>
                  <a:srgbClr val="222222"/>
                </a:solidFill>
                <a:effectLst/>
              </a:rPr>
              <a:t>specification</a:t>
            </a:r>
            <a:r>
              <a:rPr lang="en-US" b="0" i="0" dirty="0">
                <a:solidFill>
                  <a:srgbClr val="222222"/>
                </a:solidFill>
                <a:effectLst/>
              </a:rPr>
              <a:t>, </a:t>
            </a:r>
            <a:r>
              <a:rPr lang="en-US" b="1" i="0" dirty="0">
                <a:solidFill>
                  <a:srgbClr val="222222"/>
                </a:solidFill>
                <a:effectLst/>
              </a:rPr>
              <a:t>development, validation</a:t>
            </a:r>
            <a:r>
              <a:rPr lang="en-US" b="0" i="0" dirty="0">
                <a:solidFill>
                  <a:srgbClr val="222222"/>
                </a:solidFill>
                <a:effectLst/>
              </a:rPr>
              <a:t>, and </a:t>
            </a:r>
            <a:r>
              <a:rPr lang="en-US" b="1" i="0" dirty="0">
                <a:solidFill>
                  <a:srgbClr val="222222"/>
                </a:solidFill>
                <a:effectLst/>
              </a:rPr>
              <a:t>evolution</a:t>
            </a:r>
            <a:r>
              <a:rPr lang="en-US" b="0" i="0" dirty="0">
                <a:solidFill>
                  <a:srgbClr val="222222"/>
                </a:solidFill>
                <a:effectLst/>
              </a:rPr>
              <a:t> are organized differently in different development processes. In the waterfall model, they are organized in sequence, whereas in incremental development they are inter-leaved.</a:t>
            </a:r>
            <a:endParaRPr lang="en-ZA" dirty="0"/>
          </a:p>
        </p:txBody>
      </p:sp>
    </p:spTree>
    <p:extLst>
      <p:ext uri="{BB962C8B-B14F-4D97-AF65-F5344CB8AC3E}">
        <p14:creationId xmlns:p14="http://schemas.microsoft.com/office/powerpoint/2010/main" val="21363279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193F42-2055-9BC7-A624-841510CA4B9E}"/>
              </a:ext>
            </a:extLst>
          </p:cNvPr>
          <p:cNvSpPr>
            <a:spLocks noGrp="1"/>
          </p:cNvSpPr>
          <p:nvPr>
            <p:ph type="title"/>
          </p:nvPr>
        </p:nvSpPr>
        <p:spPr/>
        <p:txBody>
          <a:bodyPr/>
          <a:lstStyle/>
          <a:p>
            <a:r>
              <a:rPr lang="en-US" dirty="0"/>
              <a:t>Software Specification</a:t>
            </a:r>
          </a:p>
        </p:txBody>
      </p:sp>
      <p:sp>
        <p:nvSpPr>
          <p:cNvPr id="3" name="Content Placeholder 2">
            <a:extLst>
              <a:ext uri="{FF2B5EF4-FFF2-40B4-BE49-F238E27FC236}">
                <a16:creationId xmlns:a16="http://schemas.microsoft.com/office/drawing/2014/main" id="{AF962F63-AB88-C9A8-CFD1-D240F17861B0}"/>
              </a:ext>
            </a:extLst>
          </p:cNvPr>
          <p:cNvSpPr>
            <a:spLocks noGrp="1"/>
          </p:cNvSpPr>
          <p:nvPr>
            <p:ph idx="1"/>
          </p:nvPr>
        </p:nvSpPr>
        <p:spPr/>
        <p:txBody>
          <a:bodyPr>
            <a:normAutofit/>
          </a:bodyPr>
          <a:lstStyle/>
          <a:p>
            <a:r>
              <a:rPr lang="en-US" b="0" i="0" dirty="0">
                <a:solidFill>
                  <a:srgbClr val="222222"/>
                </a:solidFill>
                <a:effectLst/>
              </a:rPr>
              <a:t>The process of establishing what services are required and the constraints on the system's operation and development. </a:t>
            </a:r>
          </a:p>
          <a:p>
            <a:r>
              <a:rPr lang="en-US" b="0" i="0" dirty="0">
                <a:solidFill>
                  <a:srgbClr val="222222"/>
                </a:solidFill>
                <a:effectLst/>
              </a:rPr>
              <a:t> Requirements engineering process: </a:t>
            </a:r>
          </a:p>
          <a:p>
            <a:pPr lvl="1"/>
            <a:r>
              <a:rPr lang="en-US" b="0" i="0" dirty="0">
                <a:solidFill>
                  <a:srgbClr val="222222"/>
                </a:solidFill>
                <a:effectLst/>
              </a:rPr>
              <a:t>Feasibility study: Is it technically and financially feasible to build the system? </a:t>
            </a:r>
          </a:p>
          <a:p>
            <a:pPr lvl="1"/>
            <a:r>
              <a:rPr lang="en-US" b="0" i="0" dirty="0">
                <a:solidFill>
                  <a:srgbClr val="222222"/>
                </a:solidFill>
                <a:effectLst/>
              </a:rPr>
              <a:t>Requirements elicitation and analysis: </a:t>
            </a:r>
            <a:r>
              <a:rPr lang="en-US" dirty="0">
                <a:solidFill>
                  <a:srgbClr val="222222"/>
                </a:solidFill>
              </a:rPr>
              <a:t>w</a:t>
            </a:r>
            <a:r>
              <a:rPr lang="en-US" b="0" i="0" dirty="0">
                <a:solidFill>
                  <a:srgbClr val="222222"/>
                </a:solidFill>
                <a:effectLst/>
              </a:rPr>
              <a:t>hat do the system stakeholders require or expect from the system? </a:t>
            </a:r>
          </a:p>
          <a:p>
            <a:pPr lvl="1"/>
            <a:r>
              <a:rPr lang="en-US" b="0" i="0" dirty="0">
                <a:solidFill>
                  <a:srgbClr val="222222"/>
                </a:solidFill>
                <a:effectLst/>
              </a:rPr>
              <a:t>Requirements specification: defining the requirements in detail. </a:t>
            </a:r>
          </a:p>
          <a:p>
            <a:pPr lvl="1"/>
            <a:r>
              <a:rPr lang="en-US" b="0" i="0" dirty="0">
                <a:solidFill>
                  <a:srgbClr val="222222"/>
                </a:solidFill>
                <a:effectLst/>
              </a:rPr>
              <a:t>Requirements validation: </a:t>
            </a:r>
            <a:r>
              <a:rPr lang="en-US" dirty="0">
                <a:solidFill>
                  <a:srgbClr val="222222"/>
                </a:solidFill>
              </a:rPr>
              <a:t>c</a:t>
            </a:r>
            <a:r>
              <a:rPr lang="en-US" b="0" i="0" dirty="0">
                <a:solidFill>
                  <a:srgbClr val="222222"/>
                </a:solidFill>
                <a:effectLst/>
              </a:rPr>
              <a:t>hecking the validity of the requirements.</a:t>
            </a:r>
            <a:endParaRPr lang="en-ZA" b="1" dirty="0"/>
          </a:p>
        </p:txBody>
      </p:sp>
    </p:spTree>
    <p:extLst>
      <p:ext uri="{BB962C8B-B14F-4D97-AF65-F5344CB8AC3E}">
        <p14:creationId xmlns:p14="http://schemas.microsoft.com/office/powerpoint/2010/main" val="6464226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264DCD-3048-C797-AD54-03912FB01456}"/>
              </a:ext>
            </a:extLst>
          </p:cNvPr>
          <p:cNvSpPr>
            <a:spLocks noGrp="1"/>
          </p:cNvSpPr>
          <p:nvPr>
            <p:ph type="title"/>
          </p:nvPr>
        </p:nvSpPr>
        <p:spPr/>
        <p:txBody>
          <a:bodyPr/>
          <a:lstStyle/>
          <a:p>
            <a:r>
              <a:rPr lang="en-US" dirty="0">
                <a:solidFill>
                  <a:prstClr val="black"/>
                </a:solidFill>
                <a:latin typeface="Calibri" panose="020F0502020204030204"/>
              </a:rPr>
              <a:t>The requirements engineering process</a:t>
            </a:r>
          </a:p>
        </p:txBody>
      </p:sp>
      <p:sp>
        <p:nvSpPr>
          <p:cNvPr id="7" name="Content Placeholder 6">
            <a:extLst>
              <a:ext uri="{FF2B5EF4-FFF2-40B4-BE49-F238E27FC236}">
                <a16:creationId xmlns:a16="http://schemas.microsoft.com/office/drawing/2014/main" id="{B5786FD2-10E4-E2D2-69A6-6F23524FE13F}"/>
              </a:ext>
            </a:extLst>
          </p:cNvPr>
          <p:cNvSpPr>
            <a:spLocks noGrp="1"/>
          </p:cNvSpPr>
          <p:nvPr>
            <p:ph idx="1"/>
          </p:nvPr>
        </p:nvSpPr>
        <p:spPr/>
        <p:txBody>
          <a:bodyPr/>
          <a:lstStyle/>
          <a:p>
            <a:endParaRPr lang="en-ZA" dirty="0"/>
          </a:p>
        </p:txBody>
      </p:sp>
      <p:pic>
        <p:nvPicPr>
          <p:cNvPr id="9" name="Picture 8">
            <a:extLst>
              <a:ext uri="{FF2B5EF4-FFF2-40B4-BE49-F238E27FC236}">
                <a16:creationId xmlns:a16="http://schemas.microsoft.com/office/drawing/2014/main" id="{84FA912D-7E2D-BF20-1334-B98036D6FFC2}"/>
              </a:ext>
            </a:extLst>
          </p:cNvPr>
          <p:cNvPicPr>
            <a:picLocks noChangeAspect="1"/>
          </p:cNvPicPr>
          <p:nvPr/>
        </p:nvPicPr>
        <p:blipFill>
          <a:blip r:embed="rId2"/>
          <a:stretch>
            <a:fillRect/>
          </a:stretch>
        </p:blipFill>
        <p:spPr>
          <a:xfrm>
            <a:off x="838200" y="1825625"/>
            <a:ext cx="7610475" cy="4143375"/>
          </a:xfrm>
          <a:prstGeom prst="rect">
            <a:avLst/>
          </a:prstGeom>
        </p:spPr>
      </p:pic>
    </p:spTree>
    <p:extLst>
      <p:ext uri="{BB962C8B-B14F-4D97-AF65-F5344CB8AC3E}">
        <p14:creationId xmlns:p14="http://schemas.microsoft.com/office/powerpoint/2010/main" val="41706302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B560EB-15F7-EAD0-C314-A91D2088C6BB}"/>
              </a:ext>
            </a:extLst>
          </p:cNvPr>
          <p:cNvSpPr>
            <a:spLocks noGrp="1"/>
          </p:cNvSpPr>
          <p:nvPr>
            <p:ph type="title"/>
          </p:nvPr>
        </p:nvSpPr>
        <p:spPr/>
        <p:txBody>
          <a:bodyPr/>
          <a:lstStyle/>
          <a:p>
            <a:r>
              <a:rPr lang="en-US" dirty="0"/>
              <a:t>Software design and implementation</a:t>
            </a:r>
          </a:p>
        </p:txBody>
      </p:sp>
      <p:sp>
        <p:nvSpPr>
          <p:cNvPr id="3" name="Content Placeholder 2">
            <a:extLst>
              <a:ext uri="{FF2B5EF4-FFF2-40B4-BE49-F238E27FC236}">
                <a16:creationId xmlns:a16="http://schemas.microsoft.com/office/drawing/2014/main" id="{EB7A09E9-0C57-23EA-5F82-6E6B26562310}"/>
              </a:ext>
            </a:extLst>
          </p:cNvPr>
          <p:cNvSpPr>
            <a:spLocks noGrp="1"/>
          </p:cNvSpPr>
          <p:nvPr>
            <p:ph idx="1"/>
          </p:nvPr>
        </p:nvSpPr>
        <p:spPr/>
        <p:txBody>
          <a:bodyPr/>
          <a:lstStyle/>
          <a:p>
            <a:r>
              <a:rPr lang="en-US" b="0" i="0" dirty="0">
                <a:solidFill>
                  <a:srgbClr val="222222"/>
                </a:solidFill>
                <a:effectLst/>
              </a:rPr>
              <a:t>The process of converting the system specification into an executable system. </a:t>
            </a:r>
          </a:p>
          <a:p>
            <a:r>
              <a:rPr lang="en-US" b="1" i="0" dirty="0">
                <a:solidFill>
                  <a:srgbClr val="222222"/>
                </a:solidFill>
                <a:effectLst/>
              </a:rPr>
              <a:t>Software design</a:t>
            </a:r>
            <a:r>
              <a:rPr lang="en-US" b="0" i="0" dirty="0">
                <a:solidFill>
                  <a:srgbClr val="222222"/>
                </a:solidFill>
                <a:effectLst/>
              </a:rPr>
              <a:t>: design a software structure that realizes the specification.</a:t>
            </a:r>
          </a:p>
          <a:p>
            <a:r>
              <a:rPr lang="en-US" b="1" i="0" dirty="0">
                <a:solidFill>
                  <a:srgbClr val="222222"/>
                </a:solidFill>
                <a:effectLst/>
              </a:rPr>
              <a:t>Implementation</a:t>
            </a:r>
            <a:r>
              <a:rPr lang="en-US" b="0" i="0" dirty="0">
                <a:solidFill>
                  <a:srgbClr val="222222"/>
                </a:solidFill>
                <a:effectLst/>
              </a:rPr>
              <a:t>: translate this structure into an executable program.</a:t>
            </a:r>
          </a:p>
          <a:p>
            <a:r>
              <a:rPr lang="en-US" b="0" i="0" dirty="0">
                <a:solidFill>
                  <a:srgbClr val="222222"/>
                </a:solidFill>
                <a:effectLst/>
              </a:rPr>
              <a:t>The activities of design and implementation are closely related and may be inter-leaved</a:t>
            </a:r>
            <a:endParaRPr lang="en-ZA" b="1" dirty="0"/>
          </a:p>
        </p:txBody>
      </p:sp>
    </p:spTree>
    <p:extLst>
      <p:ext uri="{BB962C8B-B14F-4D97-AF65-F5344CB8AC3E}">
        <p14:creationId xmlns:p14="http://schemas.microsoft.com/office/powerpoint/2010/main" val="41307443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731D38-B223-2858-D61D-7A063E76632D}"/>
              </a:ext>
            </a:extLst>
          </p:cNvPr>
          <p:cNvSpPr>
            <a:spLocks noGrp="1"/>
          </p:cNvSpPr>
          <p:nvPr>
            <p:ph type="title"/>
          </p:nvPr>
        </p:nvSpPr>
        <p:spPr/>
        <p:txBody>
          <a:bodyPr/>
          <a:lstStyle/>
          <a:p>
            <a:r>
              <a:rPr lang="en-US" dirty="0"/>
              <a:t>A general model of the design process</a:t>
            </a:r>
            <a:endParaRPr lang="en-ZA" dirty="0"/>
          </a:p>
        </p:txBody>
      </p:sp>
      <p:pic>
        <p:nvPicPr>
          <p:cNvPr id="5" name="Content Placeholder 4">
            <a:extLst>
              <a:ext uri="{FF2B5EF4-FFF2-40B4-BE49-F238E27FC236}">
                <a16:creationId xmlns:a16="http://schemas.microsoft.com/office/drawing/2014/main" id="{68CE4DB0-ACB9-DFF9-2641-5D1DFB3830C7}"/>
              </a:ext>
            </a:extLst>
          </p:cNvPr>
          <p:cNvPicPr>
            <a:picLocks noGrp="1" noChangeAspect="1"/>
          </p:cNvPicPr>
          <p:nvPr>
            <p:ph idx="1"/>
          </p:nvPr>
        </p:nvPicPr>
        <p:blipFill>
          <a:blip r:embed="rId2"/>
          <a:stretch>
            <a:fillRect/>
          </a:stretch>
        </p:blipFill>
        <p:spPr>
          <a:xfrm>
            <a:off x="2586710" y="1825625"/>
            <a:ext cx="7018580" cy="4351338"/>
          </a:xfrm>
        </p:spPr>
      </p:pic>
    </p:spTree>
    <p:extLst>
      <p:ext uri="{BB962C8B-B14F-4D97-AF65-F5344CB8AC3E}">
        <p14:creationId xmlns:p14="http://schemas.microsoft.com/office/powerpoint/2010/main" val="32100459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BEF850-CCEA-9AAA-1019-C9E19AE0C4B6}"/>
              </a:ext>
            </a:extLst>
          </p:cNvPr>
          <p:cNvSpPr>
            <a:spLocks noGrp="1"/>
          </p:cNvSpPr>
          <p:nvPr>
            <p:ph type="title"/>
          </p:nvPr>
        </p:nvSpPr>
        <p:spPr/>
        <p:txBody>
          <a:bodyPr/>
          <a:lstStyle/>
          <a:p>
            <a:r>
              <a:rPr lang="en-US" dirty="0"/>
              <a:t>Design activities</a:t>
            </a:r>
            <a:endParaRPr lang="en-ZA" dirty="0"/>
          </a:p>
        </p:txBody>
      </p:sp>
      <p:sp>
        <p:nvSpPr>
          <p:cNvPr id="3" name="Content Placeholder 2">
            <a:extLst>
              <a:ext uri="{FF2B5EF4-FFF2-40B4-BE49-F238E27FC236}">
                <a16:creationId xmlns:a16="http://schemas.microsoft.com/office/drawing/2014/main" id="{53E376A6-FCC9-0126-961C-DBA938B0A449}"/>
              </a:ext>
            </a:extLst>
          </p:cNvPr>
          <p:cNvSpPr>
            <a:spLocks noGrp="1"/>
          </p:cNvSpPr>
          <p:nvPr>
            <p:ph idx="1"/>
          </p:nvPr>
        </p:nvSpPr>
        <p:spPr/>
        <p:txBody>
          <a:bodyPr>
            <a:normAutofit/>
          </a:bodyPr>
          <a:lstStyle/>
          <a:p>
            <a:r>
              <a:rPr lang="en-US" b="1" i="0" dirty="0">
                <a:solidFill>
                  <a:srgbClr val="222222"/>
                </a:solidFill>
                <a:effectLst/>
                <a:latin typeface="Arial" panose="020B0604020202020204" pitchFamily="34" charset="0"/>
              </a:rPr>
              <a:t>Component design</a:t>
            </a:r>
            <a:r>
              <a:rPr lang="en-US" b="0" i="0" dirty="0">
                <a:solidFill>
                  <a:srgbClr val="222222"/>
                </a:solidFill>
                <a:effectLst/>
                <a:latin typeface="Arial" panose="020B0604020202020204" pitchFamily="34" charset="0"/>
              </a:rPr>
              <a:t>, where you take each system component and design how it will operate. </a:t>
            </a:r>
            <a:endParaRPr lang="en-US" b="1" i="0" dirty="0">
              <a:solidFill>
                <a:srgbClr val="222222"/>
              </a:solidFill>
              <a:effectLst/>
              <a:latin typeface="Arial" panose="020B0604020202020204" pitchFamily="34" charset="0"/>
            </a:endParaRPr>
          </a:p>
          <a:p>
            <a:r>
              <a:rPr lang="en-US" b="1" i="0" dirty="0">
                <a:solidFill>
                  <a:srgbClr val="222222"/>
                </a:solidFill>
                <a:effectLst/>
                <a:latin typeface="Arial" panose="020B0604020202020204" pitchFamily="34" charset="0"/>
              </a:rPr>
              <a:t>Architectural design</a:t>
            </a:r>
            <a:r>
              <a:rPr lang="en-US" b="0" i="0" dirty="0">
                <a:solidFill>
                  <a:srgbClr val="222222"/>
                </a:solidFill>
                <a:effectLst/>
                <a:latin typeface="Arial" panose="020B0604020202020204" pitchFamily="34" charset="0"/>
              </a:rPr>
              <a:t>, where you identify the overall structure of the system, the principal components (sometimes called sub-systems or modules), their relationships, and how they are distributed. </a:t>
            </a:r>
          </a:p>
          <a:p>
            <a:r>
              <a:rPr lang="en-US" b="1" i="0" dirty="0">
                <a:solidFill>
                  <a:srgbClr val="222222"/>
                </a:solidFill>
                <a:effectLst/>
                <a:latin typeface="Arial" panose="020B0604020202020204" pitchFamily="34" charset="0"/>
              </a:rPr>
              <a:t>Interface design</a:t>
            </a:r>
            <a:r>
              <a:rPr lang="en-US" b="0" i="0" dirty="0">
                <a:solidFill>
                  <a:srgbClr val="222222"/>
                </a:solidFill>
                <a:effectLst/>
                <a:latin typeface="Arial" panose="020B0604020202020204" pitchFamily="34" charset="0"/>
              </a:rPr>
              <a:t>, where you define the interfaces between system components. </a:t>
            </a:r>
          </a:p>
          <a:p>
            <a:r>
              <a:rPr lang="en-US" b="1" i="0" dirty="0">
                <a:solidFill>
                  <a:srgbClr val="222222"/>
                </a:solidFill>
                <a:effectLst/>
                <a:latin typeface="Arial" panose="020B0604020202020204" pitchFamily="34" charset="0"/>
              </a:rPr>
              <a:t>Database design</a:t>
            </a:r>
            <a:r>
              <a:rPr lang="en-US" b="0" i="0" dirty="0">
                <a:solidFill>
                  <a:srgbClr val="222222"/>
                </a:solidFill>
                <a:effectLst/>
                <a:latin typeface="Arial" panose="020B0604020202020204" pitchFamily="34" charset="0"/>
              </a:rPr>
              <a:t>, where you design the system data structures and how these are to be represented in a database.</a:t>
            </a:r>
            <a:endParaRPr lang="en-ZA" dirty="0"/>
          </a:p>
        </p:txBody>
      </p:sp>
    </p:spTree>
    <p:extLst>
      <p:ext uri="{BB962C8B-B14F-4D97-AF65-F5344CB8AC3E}">
        <p14:creationId xmlns:p14="http://schemas.microsoft.com/office/powerpoint/2010/main" val="1567219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21ABCA-FE4A-17A1-AD85-8648689BE5F6}"/>
              </a:ext>
            </a:extLst>
          </p:cNvPr>
          <p:cNvSpPr>
            <a:spLocks noGrp="1"/>
          </p:cNvSpPr>
          <p:nvPr>
            <p:ph type="title"/>
          </p:nvPr>
        </p:nvSpPr>
        <p:spPr/>
        <p:txBody>
          <a:bodyPr/>
          <a:lstStyle/>
          <a:p>
            <a:r>
              <a:rPr lang="en-US" dirty="0"/>
              <a:t>Software validation</a:t>
            </a:r>
            <a:endParaRPr lang="en-ZA" dirty="0"/>
          </a:p>
        </p:txBody>
      </p:sp>
      <p:sp>
        <p:nvSpPr>
          <p:cNvPr id="3" name="Content Placeholder 2">
            <a:extLst>
              <a:ext uri="{FF2B5EF4-FFF2-40B4-BE49-F238E27FC236}">
                <a16:creationId xmlns:a16="http://schemas.microsoft.com/office/drawing/2014/main" id="{803E515C-7A09-9E5A-C0B4-62F3877F3D71}"/>
              </a:ext>
            </a:extLst>
          </p:cNvPr>
          <p:cNvSpPr>
            <a:spLocks noGrp="1"/>
          </p:cNvSpPr>
          <p:nvPr>
            <p:ph idx="1"/>
          </p:nvPr>
        </p:nvSpPr>
        <p:spPr>
          <a:xfrm>
            <a:off x="838200" y="1922902"/>
            <a:ext cx="10515600" cy="4351338"/>
          </a:xfrm>
        </p:spPr>
        <p:txBody>
          <a:bodyPr>
            <a:normAutofit/>
          </a:bodyPr>
          <a:lstStyle/>
          <a:p>
            <a:r>
              <a:rPr lang="en-US" b="0" i="0" dirty="0">
                <a:solidFill>
                  <a:srgbClr val="222222"/>
                </a:solidFill>
                <a:effectLst/>
                <a:latin typeface="Arial" panose="020B0604020202020204" pitchFamily="34" charset="0"/>
              </a:rPr>
              <a:t>Software Validation is a process of evaluating software product so as to ensure that the software meets the pre defined and specified business requirements as well as the end users/customers' demands and expectations.</a:t>
            </a:r>
            <a:endParaRPr lang="en-US" b="1" i="0" dirty="0">
              <a:solidFill>
                <a:srgbClr val="222222"/>
              </a:solidFill>
              <a:effectLst/>
              <a:latin typeface="Arial" panose="020B0604020202020204" pitchFamily="34" charset="0"/>
            </a:endParaRPr>
          </a:p>
          <a:p>
            <a:r>
              <a:rPr lang="en-US" b="1" i="0" dirty="0">
                <a:solidFill>
                  <a:srgbClr val="222222"/>
                </a:solidFill>
                <a:effectLst/>
                <a:latin typeface="Arial" panose="020B0604020202020204" pitchFamily="34" charset="0"/>
              </a:rPr>
              <a:t>Verification and validation (V &amp; V) </a:t>
            </a:r>
            <a:r>
              <a:rPr lang="en-US" b="0" i="0" dirty="0">
                <a:solidFill>
                  <a:srgbClr val="222222"/>
                </a:solidFill>
                <a:effectLst/>
                <a:latin typeface="Arial" panose="020B0604020202020204" pitchFamily="34" charset="0"/>
              </a:rPr>
              <a:t>is intended to show that a system conforms to its specification and meets the requirements of the system customer. </a:t>
            </a:r>
          </a:p>
          <a:p>
            <a:r>
              <a:rPr lang="en-US" b="0" i="0" dirty="0">
                <a:solidFill>
                  <a:srgbClr val="222222"/>
                </a:solidFill>
                <a:effectLst/>
                <a:latin typeface="Arial" panose="020B0604020202020204" pitchFamily="34" charset="0"/>
              </a:rPr>
              <a:t>Involves checking and review processes and system testing. </a:t>
            </a:r>
          </a:p>
          <a:p>
            <a:r>
              <a:rPr lang="en-US" b="0" i="0" dirty="0">
                <a:solidFill>
                  <a:srgbClr val="222222"/>
                </a:solidFill>
                <a:effectLst/>
                <a:latin typeface="Arial" panose="020B0604020202020204" pitchFamily="34" charset="0"/>
              </a:rPr>
              <a:t>Testing is the most commonly used V &amp; V activity.</a:t>
            </a:r>
            <a:endParaRPr lang="en-ZA" dirty="0"/>
          </a:p>
        </p:txBody>
      </p:sp>
    </p:spTree>
    <p:extLst>
      <p:ext uri="{BB962C8B-B14F-4D97-AF65-F5344CB8AC3E}">
        <p14:creationId xmlns:p14="http://schemas.microsoft.com/office/powerpoint/2010/main" val="156655142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A6740E-6FE9-C964-384E-C2059DE25467}"/>
              </a:ext>
            </a:extLst>
          </p:cNvPr>
          <p:cNvSpPr>
            <a:spLocks noGrp="1"/>
          </p:cNvSpPr>
          <p:nvPr>
            <p:ph type="title"/>
          </p:nvPr>
        </p:nvSpPr>
        <p:spPr/>
        <p:txBody>
          <a:bodyPr/>
          <a:lstStyle/>
          <a:p>
            <a:r>
              <a:rPr lang="en-US" dirty="0"/>
              <a:t>Software validation Activities (Testing stages)</a:t>
            </a:r>
            <a:endParaRPr lang="en-ZA" dirty="0"/>
          </a:p>
        </p:txBody>
      </p:sp>
      <p:sp>
        <p:nvSpPr>
          <p:cNvPr id="3" name="Content Placeholder 2">
            <a:extLst>
              <a:ext uri="{FF2B5EF4-FFF2-40B4-BE49-F238E27FC236}">
                <a16:creationId xmlns:a16="http://schemas.microsoft.com/office/drawing/2014/main" id="{AF7F03ED-2795-A728-34C9-47056FEE13FA}"/>
              </a:ext>
            </a:extLst>
          </p:cNvPr>
          <p:cNvSpPr>
            <a:spLocks noGrp="1"/>
          </p:cNvSpPr>
          <p:nvPr>
            <p:ph idx="1"/>
          </p:nvPr>
        </p:nvSpPr>
        <p:spPr/>
        <p:txBody>
          <a:bodyPr/>
          <a:lstStyle/>
          <a:p>
            <a:r>
              <a:rPr lang="en-US" b="0" i="0" dirty="0">
                <a:solidFill>
                  <a:srgbClr val="222222"/>
                </a:solidFill>
                <a:effectLst/>
                <a:latin typeface="Arial" panose="020B0604020202020204" pitchFamily="34" charset="0"/>
              </a:rPr>
              <a:t>Development or component testing</a:t>
            </a:r>
          </a:p>
          <a:p>
            <a:pPr lvl="1"/>
            <a:r>
              <a:rPr lang="en-US" b="0" i="0" dirty="0">
                <a:solidFill>
                  <a:srgbClr val="222222"/>
                </a:solidFill>
                <a:effectLst/>
                <a:latin typeface="Arial" panose="020B0604020202020204" pitchFamily="34" charset="0"/>
              </a:rPr>
              <a:t>Individual components are tested independently</a:t>
            </a:r>
          </a:p>
          <a:p>
            <a:pPr lvl="1"/>
            <a:r>
              <a:rPr lang="en-US" b="0" i="0" dirty="0">
                <a:solidFill>
                  <a:srgbClr val="222222"/>
                </a:solidFill>
                <a:effectLst/>
                <a:latin typeface="Arial" panose="020B0604020202020204" pitchFamily="34" charset="0"/>
              </a:rPr>
              <a:t>Components may be functions or objects or coherent groupings of these entities. </a:t>
            </a:r>
          </a:p>
          <a:p>
            <a:r>
              <a:rPr lang="en-US" b="0" i="0" dirty="0">
                <a:solidFill>
                  <a:srgbClr val="222222"/>
                </a:solidFill>
                <a:effectLst/>
                <a:latin typeface="Arial" panose="020B0604020202020204" pitchFamily="34" charset="0"/>
              </a:rPr>
              <a:t>System testing </a:t>
            </a:r>
          </a:p>
          <a:p>
            <a:pPr lvl="1"/>
            <a:r>
              <a:rPr lang="en-US" b="0" i="0" dirty="0">
                <a:solidFill>
                  <a:srgbClr val="222222"/>
                </a:solidFill>
                <a:effectLst/>
                <a:latin typeface="Arial" panose="020B0604020202020204" pitchFamily="34" charset="0"/>
              </a:rPr>
              <a:t>Testing of the system as a whole. Testing of emergent properties is particularly important. </a:t>
            </a:r>
          </a:p>
          <a:p>
            <a:r>
              <a:rPr lang="en-US" b="0" i="0" dirty="0">
                <a:solidFill>
                  <a:srgbClr val="222222"/>
                </a:solidFill>
                <a:effectLst/>
                <a:latin typeface="Arial" panose="020B0604020202020204" pitchFamily="34" charset="0"/>
              </a:rPr>
              <a:t> Acceptance testing</a:t>
            </a:r>
          </a:p>
          <a:p>
            <a:pPr lvl="1"/>
            <a:r>
              <a:rPr lang="en-US" b="0" i="0" dirty="0">
                <a:solidFill>
                  <a:srgbClr val="222222"/>
                </a:solidFill>
                <a:effectLst/>
                <a:latin typeface="Arial" panose="020B0604020202020204" pitchFamily="34" charset="0"/>
              </a:rPr>
              <a:t> Testing with customer data to check that the system meets the customer's needs.</a:t>
            </a:r>
            <a:endParaRPr lang="en-ZA" dirty="0"/>
          </a:p>
        </p:txBody>
      </p:sp>
    </p:spTree>
    <p:extLst>
      <p:ext uri="{BB962C8B-B14F-4D97-AF65-F5344CB8AC3E}">
        <p14:creationId xmlns:p14="http://schemas.microsoft.com/office/powerpoint/2010/main" val="372957787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5C0045-244C-D318-9094-B054598EE2C9}"/>
              </a:ext>
            </a:extLst>
          </p:cNvPr>
          <p:cNvSpPr>
            <a:spLocks noGrp="1"/>
          </p:cNvSpPr>
          <p:nvPr>
            <p:ph type="title"/>
          </p:nvPr>
        </p:nvSpPr>
        <p:spPr/>
        <p:txBody>
          <a:bodyPr/>
          <a:lstStyle/>
          <a:p>
            <a:r>
              <a:rPr lang="en-US" dirty="0"/>
              <a:t>Testing phases in plan driven software process </a:t>
            </a:r>
            <a:endParaRPr lang="en-ZA" dirty="0"/>
          </a:p>
        </p:txBody>
      </p:sp>
      <p:pic>
        <p:nvPicPr>
          <p:cNvPr id="5" name="Content Placeholder 4">
            <a:extLst>
              <a:ext uri="{FF2B5EF4-FFF2-40B4-BE49-F238E27FC236}">
                <a16:creationId xmlns:a16="http://schemas.microsoft.com/office/drawing/2014/main" id="{789AA725-B424-C470-9E14-6836BA7C05E9}"/>
              </a:ext>
            </a:extLst>
          </p:cNvPr>
          <p:cNvPicPr>
            <a:picLocks noGrp="1" noChangeAspect="1"/>
          </p:cNvPicPr>
          <p:nvPr>
            <p:ph idx="1"/>
          </p:nvPr>
        </p:nvPicPr>
        <p:blipFill>
          <a:blip r:embed="rId2"/>
          <a:stretch>
            <a:fillRect/>
          </a:stretch>
        </p:blipFill>
        <p:spPr>
          <a:xfrm>
            <a:off x="1885950" y="2172494"/>
            <a:ext cx="8420100" cy="3657600"/>
          </a:xfrm>
        </p:spPr>
      </p:pic>
    </p:spTree>
    <p:extLst>
      <p:ext uri="{BB962C8B-B14F-4D97-AF65-F5344CB8AC3E}">
        <p14:creationId xmlns:p14="http://schemas.microsoft.com/office/powerpoint/2010/main" val="12069547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D67C6A-2C7D-644F-9AB7-EC1C907DB317}"/>
              </a:ext>
            </a:extLst>
          </p:cNvPr>
          <p:cNvSpPr>
            <a:spLocks noGrp="1"/>
          </p:cNvSpPr>
          <p:nvPr>
            <p:ph type="title"/>
          </p:nvPr>
        </p:nvSpPr>
        <p:spPr/>
        <p:txBody>
          <a:bodyPr/>
          <a:lstStyle/>
          <a:p>
            <a:r>
              <a:rPr lang="en-US" dirty="0"/>
              <a:t>Software evolution</a:t>
            </a:r>
            <a:endParaRPr lang="en-ZA" dirty="0"/>
          </a:p>
        </p:txBody>
      </p:sp>
      <p:sp>
        <p:nvSpPr>
          <p:cNvPr id="3" name="Content Placeholder 2">
            <a:extLst>
              <a:ext uri="{FF2B5EF4-FFF2-40B4-BE49-F238E27FC236}">
                <a16:creationId xmlns:a16="http://schemas.microsoft.com/office/drawing/2014/main" id="{13EEF2C5-1099-22A2-5A50-B40E8CA6CF59}"/>
              </a:ext>
            </a:extLst>
          </p:cNvPr>
          <p:cNvSpPr>
            <a:spLocks noGrp="1"/>
          </p:cNvSpPr>
          <p:nvPr>
            <p:ph idx="1"/>
          </p:nvPr>
        </p:nvSpPr>
        <p:spPr/>
        <p:txBody>
          <a:bodyPr/>
          <a:lstStyle/>
          <a:p>
            <a:r>
              <a:rPr lang="en-US" b="0" i="0" dirty="0">
                <a:solidFill>
                  <a:srgbClr val="222222"/>
                </a:solidFill>
                <a:effectLst/>
                <a:latin typeface="Arial" panose="020B0604020202020204" pitchFamily="34" charset="0"/>
              </a:rPr>
              <a:t>The software is modified to adapt it to changing customer and market requirement</a:t>
            </a:r>
          </a:p>
          <a:p>
            <a:r>
              <a:rPr lang="en-US" b="0" i="0" dirty="0">
                <a:solidFill>
                  <a:srgbClr val="222222"/>
                </a:solidFill>
                <a:effectLst/>
                <a:latin typeface="Arial" panose="020B0604020202020204" pitchFamily="34" charset="0"/>
              </a:rPr>
              <a:t>As requirements change through changing business circumstances, the software that supports the business must also evolve and change.</a:t>
            </a:r>
          </a:p>
        </p:txBody>
      </p:sp>
      <p:pic>
        <p:nvPicPr>
          <p:cNvPr id="5" name="Picture 4">
            <a:extLst>
              <a:ext uri="{FF2B5EF4-FFF2-40B4-BE49-F238E27FC236}">
                <a16:creationId xmlns:a16="http://schemas.microsoft.com/office/drawing/2014/main" id="{9F60E9C9-49A9-8E91-17A4-B2D3534F4365}"/>
              </a:ext>
            </a:extLst>
          </p:cNvPr>
          <p:cNvPicPr>
            <a:picLocks noChangeAspect="1"/>
          </p:cNvPicPr>
          <p:nvPr/>
        </p:nvPicPr>
        <p:blipFill>
          <a:blip r:embed="rId2"/>
          <a:stretch>
            <a:fillRect/>
          </a:stretch>
        </p:blipFill>
        <p:spPr>
          <a:xfrm>
            <a:off x="2807263" y="4119869"/>
            <a:ext cx="5191125" cy="1685925"/>
          </a:xfrm>
          <a:prstGeom prst="rect">
            <a:avLst/>
          </a:prstGeom>
        </p:spPr>
      </p:pic>
    </p:spTree>
    <p:extLst>
      <p:ext uri="{BB962C8B-B14F-4D97-AF65-F5344CB8AC3E}">
        <p14:creationId xmlns:p14="http://schemas.microsoft.com/office/powerpoint/2010/main" val="6668303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845D0A-AEAF-14C1-29E8-901748D62FDC}"/>
              </a:ext>
            </a:extLst>
          </p:cNvPr>
          <p:cNvSpPr>
            <a:spLocks noGrp="1"/>
          </p:cNvSpPr>
          <p:nvPr>
            <p:ph type="title"/>
          </p:nvPr>
        </p:nvSpPr>
        <p:spPr/>
        <p:txBody>
          <a:bodyPr/>
          <a:lstStyle/>
          <a:p>
            <a:r>
              <a:rPr lang="en-US" b="1" dirty="0"/>
              <a:t>Coping with change</a:t>
            </a:r>
            <a:endParaRPr lang="en-ZA" dirty="0"/>
          </a:p>
        </p:txBody>
      </p:sp>
      <p:sp>
        <p:nvSpPr>
          <p:cNvPr id="3" name="Content Placeholder 2">
            <a:extLst>
              <a:ext uri="{FF2B5EF4-FFF2-40B4-BE49-F238E27FC236}">
                <a16:creationId xmlns:a16="http://schemas.microsoft.com/office/drawing/2014/main" id="{5E597847-8D56-C695-AC35-73D721BB5608}"/>
              </a:ext>
            </a:extLst>
          </p:cNvPr>
          <p:cNvSpPr>
            <a:spLocks noGrp="1"/>
          </p:cNvSpPr>
          <p:nvPr>
            <p:ph idx="1"/>
          </p:nvPr>
        </p:nvSpPr>
        <p:spPr/>
        <p:txBody>
          <a:bodyPr>
            <a:normAutofit fontScale="25000" lnSpcReduction="20000"/>
          </a:bodyPr>
          <a:lstStyle/>
          <a:p>
            <a:pPr>
              <a:lnSpc>
                <a:spcPct val="120000"/>
              </a:lnSpc>
            </a:pPr>
            <a:r>
              <a:rPr lang="en-US" sz="7200" b="0" i="0" dirty="0">
                <a:solidFill>
                  <a:srgbClr val="222222"/>
                </a:solidFill>
                <a:effectLst/>
              </a:rPr>
              <a:t>Change is inevitable in all large software projects.</a:t>
            </a:r>
          </a:p>
          <a:p>
            <a:pPr lvl="1">
              <a:lnSpc>
                <a:spcPct val="120000"/>
              </a:lnSpc>
            </a:pPr>
            <a:r>
              <a:rPr lang="en-US" sz="7200" b="0" i="0" dirty="0">
                <a:solidFill>
                  <a:srgbClr val="222222"/>
                </a:solidFill>
                <a:effectLst/>
              </a:rPr>
              <a:t>Business changes lead to new and changed system requirements. </a:t>
            </a:r>
          </a:p>
          <a:p>
            <a:pPr lvl="1">
              <a:lnSpc>
                <a:spcPct val="120000"/>
              </a:lnSpc>
            </a:pPr>
            <a:r>
              <a:rPr lang="en-US" sz="7200" b="0" i="0" dirty="0">
                <a:solidFill>
                  <a:srgbClr val="222222"/>
                </a:solidFill>
                <a:effectLst/>
              </a:rPr>
              <a:t>New technologies open up new possibilities for improving implementations.</a:t>
            </a:r>
          </a:p>
          <a:p>
            <a:pPr lvl="1">
              <a:lnSpc>
                <a:spcPct val="120000"/>
              </a:lnSpc>
            </a:pPr>
            <a:r>
              <a:rPr lang="en-US" sz="7200" b="0" i="0" dirty="0">
                <a:solidFill>
                  <a:srgbClr val="222222"/>
                </a:solidFill>
                <a:effectLst/>
              </a:rPr>
              <a:t>Changing platforms require application changes.</a:t>
            </a:r>
            <a:endParaRPr lang="en-US" sz="7200" dirty="0"/>
          </a:p>
          <a:p>
            <a:pPr marL="0" indent="0">
              <a:lnSpc>
                <a:spcPct val="120000"/>
              </a:lnSpc>
              <a:buNone/>
            </a:pPr>
            <a:r>
              <a:rPr lang="en-US" sz="7200" dirty="0"/>
              <a:t>Two related approaches may be used to reduce the costs of rework:</a:t>
            </a:r>
          </a:p>
          <a:p>
            <a:pPr marL="514350" indent="-514350">
              <a:lnSpc>
                <a:spcPct val="120000"/>
              </a:lnSpc>
              <a:buAutoNum type="arabicPeriod"/>
            </a:pPr>
            <a:r>
              <a:rPr lang="en-US" sz="7200" dirty="0"/>
              <a:t>Change anticipation: where the software process includes activities that can anticipate possible changes before significant rework is required. </a:t>
            </a:r>
          </a:p>
          <a:p>
            <a:pPr marL="514350" indent="-514350">
              <a:lnSpc>
                <a:spcPct val="120000"/>
              </a:lnSpc>
              <a:buAutoNum type="arabicPeriod"/>
            </a:pPr>
            <a:r>
              <a:rPr lang="en-US" sz="7200" dirty="0"/>
              <a:t>Change tolerance : where the process is designed so that changes can be accommodated at relatively low cost.</a:t>
            </a:r>
          </a:p>
          <a:p>
            <a:pPr>
              <a:lnSpc>
                <a:spcPct val="120000"/>
              </a:lnSpc>
            </a:pPr>
            <a:r>
              <a:rPr lang="en-US" sz="7200" b="1" dirty="0"/>
              <a:t>Coping with changing requirements:</a:t>
            </a:r>
          </a:p>
          <a:p>
            <a:pPr marL="457200" indent="-457200">
              <a:lnSpc>
                <a:spcPct val="120000"/>
              </a:lnSpc>
              <a:buFont typeface="Wingdings" panose="05000000000000000000" pitchFamily="2" charset="2"/>
              <a:buChar char="Ø"/>
            </a:pPr>
            <a:r>
              <a:rPr lang="en-US" sz="7200" dirty="0"/>
              <a:t>System prototyping</a:t>
            </a:r>
          </a:p>
          <a:p>
            <a:pPr marL="457200" indent="-457200">
              <a:lnSpc>
                <a:spcPct val="120000"/>
              </a:lnSpc>
              <a:buFont typeface="Wingdings" panose="05000000000000000000" pitchFamily="2" charset="2"/>
              <a:buChar char="Ø"/>
            </a:pPr>
            <a:r>
              <a:rPr lang="en-US" sz="7200" dirty="0"/>
              <a:t>Incremental delivery</a:t>
            </a:r>
          </a:p>
          <a:p>
            <a:endParaRPr lang="en-ZA" dirty="0"/>
          </a:p>
        </p:txBody>
      </p:sp>
    </p:spTree>
    <p:extLst>
      <p:ext uri="{BB962C8B-B14F-4D97-AF65-F5344CB8AC3E}">
        <p14:creationId xmlns:p14="http://schemas.microsoft.com/office/powerpoint/2010/main" val="174036600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FAC1B-5B70-EF88-9B30-8734609CF49E}"/>
              </a:ext>
            </a:extLst>
          </p:cNvPr>
          <p:cNvSpPr>
            <a:spLocks noGrp="1"/>
          </p:cNvSpPr>
          <p:nvPr>
            <p:ph type="title"/>
          </p:nvPr>
        </p:nvSpPr>
        <p:spPr/>
        <p:txBody>
          <a:bodyPr/>
          <a:lstStyle/>
          <a:p>
            <a:r>
              <a:rPr lang="en-US" dirty="0"/>
              <a:t>Prototyping</a:t>
            </a:r>
            <a:endParaRPr lang="en-ZA" dirty="0"/>
          </a:p>
        </p:txBody>
      </p:sp>
      <p:pic>
        <p:nvPicPr>
          <p:cNvPr id="4" name="Content Placeholder 3">
            <a:extLst>
              <a:ext uri="{FF2B5EF4-FFF2-40B4-BE49-F238E27FC236}">
                <a16:creationId xmlns:a16="http://schemas.microsoft.com/office/drawing/2014/main" id="{89EBE635-F706-98B6-3E09-0C1EED8EE345}"/>
              </a:ext>
            </a:extLst>
          </p:cNvPr>
          <p:cNvPicPr>
            <a:picLocks noGrp="1" noChangeAspect="1"/>
          </p:cNvPicPr>
          <p:nvPr>
            <p:ph idx="1"/>
          </p:nvPr>
        </p:nvPicPr>
        <p:blipFill>
          <a:blip r:embed="rId2"/>
          <a:stretch>
            <a:fillRect/>
          </a:stretch>
        </p:blipFill>
        <p:spPr>
          <a:xfrm>
            <a:off x="2282621" y="2919160"/>
            <a:ext cx="7626757" cy="2164268"/>
          </a:xfrm>
          <a:prstGeom prst="rect">
            <a:avLst/>
          </a:prstGeom>
        </p:spPr>
      </p:pic>
    </p:spTree>
    <p:extLst>
      <p:ext uri="{BB962C8B-B14F-4D97-AF65-F5344CB8AC3E}">
        <p14:creationId xmlns:p14="http://schemas.microsoft.com/office/powerpoint/2010/main" val="21622230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21BFF1-A8B3-4A02-71D4-7436582F1DAD}"/>
              </a:ext>
            </a:extLst>
          </p:cNvPr>
          <p:cNvSpPr>
            <a:spLocks noGrp="1"/>
          </p:cNvSpPr>
          <p:nvPr>
            <p:ph type="title"/>
          </p:nvPr>
        </p:nvSpPr>
        <p:spPr/>
        <p:txBody>
          <a:bodyPr/>
          <a:lstStyle/>
          <a:p>
            <a:r>
              <a:rPr lang="en-US" dirty="0"/>
              <a:t>Benefits of prototyping</a:t>
            </a:r>
            <a:endParaRPr lang="en-ZA" dirty="0"/>
          </a:p>
        </p:txBody>
      </p:sp>
      <p:sp>
        <p:nvSpPr>
          <p:cNvPr id="3" name="Content Placeholder 2">
            <a:extLst>
              <a:ext uri="{FF2B5EF4-FFF2-40B4-BE49-F238E27FC236}">
                <a16:creationId xmlns:a16="http://schemas.microsoft.com/office/drawing/2014/main" id="{C942156D-B2B8-5E95-B36E-A0358E4D1106}"/>
              </a:ext>
            </a:extLst>
          </p:cNvPr>
          <p:cNvSpPr>
            <a:spLocks noGrp="1"/>
          </p:cNvSpPr>
          <p:nvPr>
            <p:ph idx="1"/>
          </p:nvPr>
        </p:nvSpPr>
        <p:spPr/>
        <p:txBody>
          <a:bodyPr/>
          <a:lstStyle/>
          <a:p>
            <a:r>
              <a:rPr lang="en-US" dirty="0"/>
              <a:t>Improved system usability.</a:t>
            </a:r>
          </a:p>
          <a:p>
            <a:r>
              <a:rPr lang="en-US" dirty="0"/>
              <a:t>A closer match to users’ real needs.</a:t>
            </a:r>
          </a:p>
          <a:p>
            <a:r>
              <a:rPr lang="en-US" dirty="0"/>
              <a:t>Improved design quality.</a:t>
            </a:r>
          </a:p>
          <a:p>
            <a:r>
              <a:rPr lang="en-US" dirty="0"/>
              <a:t>Improved maintainability.</a:t>
            </a:r>
          </a:p>
          <a:p>
            <a:r>
              <a:rPr lang="en-US" dirty="0"/>
              <a:t>Reduced development effort.</a:t>
            </a:r>
          </a:p>
          <a:p>
            <a:endParaRPr lang="en-ZA" dirty="0"/>
          </a:p>
          <a:p>
            <a:endParaRPr lang="en-ZA" dirty="0"/>
          </a:p>
        </p:txBody>
      </p:sp>
    </p:spTree>
    <p:extLst>
      <p:ext uri="{BB962C8B-B14F-4D97-AF65-F5344CB8AC3E}">
        <p14:creationId xmlns:p14="http://schemas.microsoft.com/office/powerpoint/2010/main" val="100779124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99805B-3995-0CA2-0097-5ADC0F3FC84E}"/>
              </a:ext>
            </a:extLst>
          </p:cNvPr>
          <p:cNvSpPr>
            <a:spLocks noGrp="1"/>
          </p:cNvSpPr>
          <p:nvPr>
            <p:ph type="title"/>
          </p:nvPr>
        </p:nvSpPr>
        <p:spPr/>
        <p:txBody>
          <a:bodyPr/>
          <a:lstStyle/>
          <a:p>
            <a:r>
              <a:rPr lang="en-US" dirty="0"/>
              <a:t>Incremental delivery</a:t>
            </a:r>
            <a:endParaRPr lang="en-ZA" dirty="0"/>
          </a:p>
        </p:txBody>
      </p:sp>
      <p:pic>
        <p:nvPicPr>
          <p:cNvPr id="4" name="Content Placeholder 6">
            <a:extLst>
              <a:ext uri="{FF2B5EF4-FFF2-40B4-BE49-F238E27FC236}">
                <a16:creationId xmlns:a16="http://schemas.microsoft.com/office/drawing/2014/main" id="{5513E5D6-3763-C1C4-BC0A-1F58596C5DD8}"/>
              </a:ext>
            </a:extLst>
          </p:cNvPr>
          <p:cNvPicPr>
            <a:picLocks noGrp="1" noChangeAspect="1"/>
          </p:cNvPicPr>
          <p:nvPr>
            <p:ph idx="1"/>
          </p:nvPr>
        </p:nvPicPr>
        <p:blipFill>
          <a:blip r:embed="rId2"/>
          <a:stretch>
            <a:fillRect/>
          </a:stretch>
        </p:blipFill>
        <p:spPr>
          <a:xfrm>
            <a:off x="2008277" y="2617382"/>
            <a:ext cx="8175445" cy="2767824"/>
          </a:xfrm>
          <a:prstGeom prst="rect">
            <a:avLst/>
          </a:prstGeom>
        </p:spPr>
      </p:pic>
    </p:spTree>
    <p:extLst>
      <p:ext uri="{BB962C8B-B14F-4D97-AF65-F5344CB8AC3E}">
        <p14:creationId xmlns:p14="http://schemas.microsoft.com/office/powerpoint/2010/main" val="81229009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C1F72B-036D-9178-ED44-583CD1A60832}"/>
              </a:ext>
            </a:extLst>
          </p:cNvPr>
          <p:cNvSpPr>
            <a:spLocks noGrp="1"/>
          </p:cNvSpPr>
          <p:nvPr>
            <p:ph type="title"/>
          </p:nvPr>
        </p:nvSpPr>
        <p:spPr/>
        <p:txBody>
          <a:bodyPr/>
          <a:lstStyle/>
          <a:p>
            <a:r>
              <a:rPr lang="en-US" dirty="0"/>
              <a:t>Incremental development and delivery</a:t>
            </a:r>
            <a:endParaRPr lang="en-ZA" dirty="0"/>
          </a:p>
        </p:txBody>
      </p:sp>
      <p:sp>
        <p:nvSpPr>
          <p:cNvPr id="3" name="Content Placeholder 2">
            <a:extLst>
              <a:ext uri="{FF2B5EF4-FFF2-40B4-BE49-F238E27FC236}">
                <a16:creationId xmlns:a16="http://schemas.microsoft.com/office/drawing/2014/main" id="{69E4C2F9-6E1C-5596-57BA-71C5D7CCB837}"/>
              </a:ext>
            </a:extLst>
          </p:cNvPr>
          <p:cNvSpPr>
            <a:spLocks noGrp="1"/>
          </p:cNvSpPr>
          <p:nvPr>
            <p:ph idx="1"/>
          </p:nvPr>
        </p:nvSpPr>
        <p:spPr/>
        <p:txBody>
          <a:bodyPr/>
          <a:lstStyle/>
          <a:p>
            <a:pPr marL="0" indent="0">
              <a:buNone/>
            </a:pPr>
            <a:r>
              <a:rPr lang="en-US" b="1" dirty="0"/>
              <a:t>Incremental development</a:t>
            </a:r>
          </a:p>
          <a:p>
            <a:pPr lvl="1"/>
            <a:r>
              <a:rPr lang="en-US" dirty="0"/>
              <a:t>Develop the system in increments and evaluate each increment before proceeding to the development of the next increment;</a:t>
            </a:r>
          </a:p>
          <a:p>
            <a:pPr lvl="1"/>
            <a:r>
              <a:rPr lang="en-US" dirty="0"/>
              <a:t>Normal approach used in agile methods;</a:t>
            </a:r>
          </a:p>
          <a:p>
            <a:pPr lvl="1"/>
            <a:r>
              <a:rPr lang="en-US" dirty="0"/>
              <a:t>Evaluation done by user/customer proxy.</a:t>
            </a:r>
          </a:p>
          <a:p>
            <a:pPr marL="0" indent="0">
              <a:buNone/>
            </a:pPr>
            <a:r>
              <a:rPr lang="en-US" b="1" dirty="0"/>
              <a:t>Incremental delivery</a:t>
            </a:r>
          </a:p>
          <a:p>
            <a:pPr lvl="1"/>
            <a:r>
              <a:rPr lang="en-US" dirty="0"/>
              <a:t>Deploy an increment for use by end-users;</a:t>
            </a:r>
          </a:p>
          <a:p>
            <a:pPr lvl="1"/>
            <a:r>
              <a:rPr lang="en-US" dirty="0"/>
              <a:t>More realistic evaluation about practical use of software;</a:t>
            </a:r>
          </a:p>
          <a:p>
            <a:pPr lvl="1"/>
            <a:r>
              <a:rPr lang="en-US" dirty="0"/>
              <a:t>Difficult to implement for replacement systems as increments have less functionality than the system being replaced.</a:t>
            </a:r>
          </a:p>
          <a:p>
            <a:endParaRPr lang="en-ZA" dirty="0"/>
          </a:p>
        </p:txBody>
      </p:sp>
    </p:spTree>
    <p:extLst>
      <p:ext uri="{BB962C8B-B14F-4D97-AF65-F5344CB8AC3E}">
        <p14:creationId xmlns:p14="http://schemas.microsoft.com/office/powerpoint/2010/main" val="659167064"/>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3860</TotalTime>
  <Words>1402</Words>
  <Application>Microsoft Office PowerPoint</Application>
  <PresentationFormat>Widescreen</PresentationFormat>
  <Paragraphs>147</Paragraphs>
  <Slides>32</Slides>
  <Notes>1</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32</vt:i4>
      </vt:variant>
    </vt:vector>
  </HeadingPairs>
  <TitlesOfParts>
    <vt:vector size="40" baseType="lpstr">
      <vt:lpstr>Aptos</vt:lpstr>
      <vt:lpstr>Aptos Display</vt:lpstr>
      <vt:lpstr>Arial</vt:lpstr>
      <vt:lpstr>Calibri</vt:lpstr>
      <vt:lpstr>Calibri Light</vt:lpstr>
      <vt:lpstr>Wingdings</vt:lpstr>
      <vt:lpstr>1_Office Theme</vt:lpstr>
      <vt:lpstr>Office Theme</vt:lpstr>
      <vt:lpstr>INFORMATION SYSTEMS 3A  SOFTWARE PROCESS</vt:lpstr>
      <vt:lpstr>Contents</vt:lpstr>
      <vt:lpstr>Software Process</vt:lpstr>
      <vt:lpstr>Software processes approach</vt:lpstr>
      <vt:lpstr>Software Process Models</vt:lpstr>
      <vt:lpstr>The Waterfall Model</vt:lpstr>
      <vt:lpstr>The Waterfall Model</vt:lpstr>
      <vt:lpstr>The Waterfall Model</vt:lpstr>
      <vt:lpstr>Incremental Development</vt:lpstr>
      <vt:lpstr>Incremental Development</vt:lpstr>
      <vt:lpstr>Incremental Development</vt:lpstr>
      <vt:lpstr>Characteristics of incremental</vt:lpstr>
      <vt:lpstr>Incremental Development Model</vt:lpstr>
      <vt:lpstr>Integration and configuration</vt:lpstr>
      <vt:lpstr>Types of reusable software</vt:lpstr>
      <vt:lpstr>Integration and configuration Advantages and disadvantages</vt:lpstr>
      <vt:lpstr>Integration and configuration</vt:lpstr>
      <vt:lpstr>Process activities</vt:lpstr>
      <vt:lpstr>Software Specification</vt:lpstr>
      <vt:lpstr>The requirements engineering process</vt:lpstr>
      <vt:lpstr>Software design and implementation</vt:lpstr>
      <vt:lpstr>A general model of the design process</vt:lpstr>
      <vt:lpstr>Design activities</vt:lpstr>
      <vt:lpstr>Software validation</vt:lpstr>
      <vt:lpstr>Software validation Activities (Testing stages)</vt:lpstr>
      <vt:lpstr>Testing phases in plan driven software process </vt:lpstr>
      <vt:lpstr>Software evolution</vt:lpstr>
      <vt:lpstr>Coping with change</vt:lpstr>
      <vt:lpstr>Prototyping</vt:lpstr>
      <vt:lpstr>Benefits of prototyping</vt:lpstr>
      <vt:lpstr>Incremental delivery</vt:lpstr>
      <vt:lpstr>Incremental development and delivery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Noxolo Pretty Cele</dc:creator>
  <cp:lastModifiedBy>Noxolo Pretty Cele</cp:lastModifiedBy>
  <cp:revision>10</cp:revision>
  <dcterms:created xsi:type="dcterms:W3CDTF">2025-02-23T06:40:54Z</dcterms:created>
  <dcterms:modified xsi:type="dcterms:W3CDTF">2026-03-05T11:43:34Z</dcterms:modified>
</cp:coreProperties>
</file>